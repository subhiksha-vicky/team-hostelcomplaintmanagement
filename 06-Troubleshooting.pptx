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yana mk" userId="f89c0f06621c3314" providerId="LiveId" clId="{2A00FABC-BE84-47FD-A60B-77E8E44AA277}"/>
    <pc:docChg chg="undo custSel addSld delSld modSld sldOrd">
      <pc:chgData name="thiyana mk" userId="f89c0f06621c3314" providerId="LiveId" clId="{2A00FABC-BE84-47FD-A60B-77E8E44AA277}" dt="2026-09-11T18:08:19.199" v="39" actId="1076"/>
      <pc:docMkLst>
        <pc:docMk/>
      </pc:docMkLst>
      <pc:sldChg chg="modSp mod">
        <pc:chgData name="thiyana mk" userId="f89c0f06621c3314" providerId="LiveId" clId="{2A00FABC-BE84-47FD-A60B-77E8E44AA277}" dt="2026-09-11T18:07:15.520" v="35" actId="14100"/>
        <pc:sldMkLst>
          <pc:docMk/>
          <pc:sldMk cId="586437364" sldId="256"/>
        </pc:sldMkLst>
        <pc:graphicFrameChg chg="mod modGraphic">
          <ac:chgData name="thiyana mk" userId="f89c0f06621c3314" providerId="LiveId" clId="{2A00FABC-BE84-47FD-A60B-77E8E44AA277}" dt="2026-09-11T18:07:15.520" v="35" actId="14100"/>
          <ac:graphicFrameMkLst>
            <pc:docMk/>
            <pc:sldMk cId="586437364" sldId="256"/>
            <ac:graphicFrameMk id="4" creationId="{60753A58-EC94-D89A-64EF-C6C9B43DE0E7}"/>
          </ac:graphicFrameMkLst>
        </pc:graphicFrameChg>
      </pc:sldChg>
      <pc:sldChg chg="modSp add mod ord">
        <pc:chgData name="thiyana mk" userId="f89c0f06621c3314" providerId="LiveId" clId="{2A00FABC-BE84-47FD-A60B-77E8E44AA277}" dt="2026-09-11T18:08:19.199" v="39" actId="1076"/>
        <pc:sldMkLst>
          <pc:docMk/>
          <pc:sldMk cId="389841704" sldId="257"/>
        </pc:sldMkLst>
        <pc:graphicFrameChg chg="mod modGraphic">
          <ac:chgData name="thiyana mk" userId="f89c0f06621c3314" providerId="LiveId" clId="{2A00FABC-BE84-47FD-A60B-77E8E44AA277}" dt="2026-09-11T18:07:55.427" v="38" actId="1076"/>
          <ac:graphicFrameMkLst>
            <pc:docMk/>
            <pc:sldMk cId="389841704" sldId="257"/>
            <ac:graphicFrameMk id="4" creationId="{0DC3AA91-D3E8-CA0A-115F-0FAA910A6F44}"/>
          </ac:graphicFrameMkLst>
        </pc:graphicFrameChg>
        <pc:graphicFrameChg chg="mod">
          <ac:chgData name="thiyana mk" userId="f89c0f06621c3314" providerId="LiveId" clId="{2A00FABC-BE84-47FD-A60B-77E8E44AA277}" dt="2026-09-11T18:08:19.199" v="39" actId="1076"/>
          <ac:graphicFrameMkLst>
            <pc:docMk/>
            <pc:sldMk cId="389841704" sldId="257"/>
            <ac:graphicFrameMk id="7" creationId="{4BFBDDC3-F6B8-9FB0-08D3-8702ED2E946F}"/>
          </ac:graphicFrameMkLst>
        </pc:graphicFrameChg>
      </pc:sldChg>
      <pc:sldChg chg="new del">
        <pc:chgData name="thiyana mk" userId="f89c0f06621c3314" providerId="LiveId" clId="{2A00FABC-BE84-47FD-A60B-77E8E44AA277}" dt="2026-09-11T18:04:02.250" v="3" actId="2696"/>
        <pc:sldMkLst>
          <pc:docMk/>
          <pc:sldMk cId="546324791" sldId="257"/>
        </pc:sldMkLst>
      </pc:sldChg>
      <pc:sldChg chg="modSp add del mod">
        <pc:chgData name="thiyana mk" userId="f89c0f06621c3314" providerId="LiveId" clId="{2A00FABC-BE84-47FD-A60B-77E8E44AA277}" dt="2026-09-11T18:05:36.597" v="23" actId="2890"/>
        <pc:sldMkLst>
          <pc:docMk/>
          <pc:sldMk cId="1527754247" sldId="257"/>
        </pc:sldMkLst>
        <pc:graphicFrameChg chg="modGraphic">
          <ac:chgData name="thiyana mk" userId="f89c0f06621c3314" providerId="LiveId" clId="{2A00FABC-BE84-47FD-A60B-77E8E44AA277}" dt="2026-09-11T18:05:33.844" v="22" actId="2164"/>
          <ac:graphicFrameMkLst>
            <pc:docMk/>
            <pc:sldMk cId="1527754247" sldId="257"/>
            <ac:graphicFrameMk id="4" creationId="{6918A5DA-17CB-018D-F1A1-39D7661E3CBA}"/>
          </ac:graphicFrameMkLst>
        </pc:graphicFrameChg>
      </pc:sldChg>
      <pc:sldChg chg="new del">
        <pc:chgData name="thiyana mk" userId="f89c0f06621c3314" providerId="LiveId" clId="{2A00FABC-BE84-47FD-A60B-77E8E44AA277}" dt="2026-09-11T18:03:53.524" v="1" actId="2696"/>
        <pc:sldMkLst>
          <pc:docMk/>
          <pc:sldMk cId="3810429109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7B94-148B-3207-2455-5D935C39C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27121-B385-795D-13DC-7D850FDD2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36E1F-0F79-AB07-15EE-6EB4A0FB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79C68-434F-C78A-0ECC-93F83B8F8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8A7B9-4226-4757-4168-1C9EB5E5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651E-2055-5838-9350-4B892FD14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B43E9-2C72-2142-87F0-84CBA600F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39420-CC51-B91C-A98D-B9A06866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8F085-BCE0-653F-9EA5-91791BE9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7D3E4-119E-CF97-C666-1F1C6403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72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9BACB-D43C-63E3-FBF5-04554A3C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CB010-D67F-DB7E-9CED-534855FBB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02EA-6A48-9C90-5680-452B4C39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F5129-FCC8-EB15-ADE9-C5966BDF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3EB32-C06C-3BC9-4CAC-30C1F606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166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A3A1-A7AE-4462-63E0-0C35D3026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0B2DB-8FD5-CDE4-607E-422C92B97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CF70F-8998-1082-4C41-6590F4C24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84043-8D95-59B1-C0B3-550A29A86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4F192-8D1A-81A8-B21E-8057725A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A5435-4D6A-EA0C-808C-6EBB3131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587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1DE8-701D-37E5-1CC1-ABF721B2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EE82B-025A-89E7-7106-9EB72C69C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6CA38-DC36-D794-94DB-2026720BE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79710-9CC1-3D0B-FDA7-995601D8C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DAE31-75CC-45C2-534B-3F652B7E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21FAD-BF53-6F4A-6AF0-B4E5C6AC6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C2C469-03B7-9D97-446F-9EE10484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D7C8E-8A1F-64E6-348D-B691A5560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71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3E98B-21A1-EE52-A5AC-CA93CDC95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1FBAF-D233-B1A0-B40B-2061B9E9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CE7EA-88CF-74D4-4213-D259EEB8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98D45-08E4-F970-2CC9-C401CAFC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76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8EEC3B-E021-96C7-5E25-5E33C08B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9EB639-8F90-84DB-D372-2270A416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AF041-D5FA-9EF1-25DF-309E51F73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805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84729-4FBB-74B6-18B4-FAD86C58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02548-4572-F97B-54A0-C2DE4D853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91C52-B690-35E2-3AF1-FB1E637F2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442EA-D3A8-41EF-4689-99B39665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4D763-A3C5-A919-4916-EACE2096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77726-9DB3-24CD-BF77-BF4D6C71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81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5941-F385-2802-34E5-EC53F701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33C037-001D-9C97-FD9C-F2713D906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137DC-B19F-C6F3-ABBC-29CC9B63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E7137-97AC-BFCC-2572-33E32BF8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498C8-19CE-7F68-2D83-9DDF1FCE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45CE7-05E8-20B7-5189-16BF2424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69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B30E-37C0-5CB1-56EB-603EA202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4A21B-9AA6-9DA5-76DE-59306283E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C81FF-D2E0-8FCF-9257-7FE76682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D54CC-A5EE-4442-A15B-F3B3017C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4447F-52EC-CBE5-50BC-98B6A502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46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A7A429-D8CF-108A-7609-E6D0A457D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9283A-0A3C-F1F4-CF63-D5576AD95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A2CB9-2705-1197-457A-C814F526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47338-407D-28BB-C64E-52E5E6D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9773E-6B4A-C5B3-8264-FB9357ED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40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7AD586-91C5-FFFE-A86E-63A01869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DD67B-66FB-C2E9-6EE1-2AC6E42FB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169C3-85E3-67A6-9940-58C1B83CE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BA274-D4BC-44E3-82A5-51895C308EF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D8629-D0D3-7F15-A353-4A39875C6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5207-14B5-DB08-1E1E-0AEC9D48B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47F4A-D549-486E-AE38-A13C25BDF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16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FE321-8BB1-E9CD-3A42-88D1385D3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F5C89-20F7-07A0-3295-E6B5237F3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0FAC9-77C2-5485-EB52-8611C25E1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C3AA91-D3E8-CA0A-115F-0FAA910A6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401819"/>
              </p:ext>
            </p:extLst>
          </p:nvPr>
        </p:nvGraphicFramePr>
        <p:xfrm>
          <a:off x="372805" y="923485"/>
          <a:ext cx="11446389" cy="5819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181">
                  <a:extLst>
                    <a:ext uri="{9D8B030D-6E8A-4147-A177-3AD203B41FA5}">
                      <a16:colId xmlns:a16="http://schemas.microsoft.com/office/drawing/2014/main" val="3295177260"/>
                    </a:ext>
                  </a:extLst>
                </a:gridCol>
                <a:gridCol w="3081052">
                  <a:extLst>
                    <a:ext uri="{9D8B030D-6E8A-4147-A177-3AD203B41FA5}">
                      <a16:colId xmlns:a16="http://schemas.microsoft.com/office/drawing/2014/main" val="1163314830"/>
                    </a:ext>
                  </a:extLst>
                </a:gridCol>
                <a:gridCol w="1904539">
                  <a:extLst>
                    <a:ext uri="{9D8B030D-6E8A-4147-A177-3AD203B41FA5}">
                      <a16:colId xmlns:a16="http://schemas.microsoft.com/office/drawing/2014/main" val="3366675959"/>
                    </a:ext>
                  </a:extLst>
                </a:gridCol>
                <a:gridCol w="1904539">
                  <a:extLst>
                    <a:ext uri="{9D8B030D-6E8A-4147-A177-3AD203B41FA5}">
                      <a16:colId xmlns:a16="http://schemas.microsoft.com/office/drawing/2014/main" val="2641454135"/>
                    </a:ext>
                  </a:extLst>
                </a:gridCol>
                <a:gridCol w="1904539">
                  <a:extLst>
                    <a:ext uri="{9D8B030D-6E8A-4147-A177-3AD203B41FA5}">
                      <a16:colId xmlns:a16="http://schemas.microsoft.com/office/drawing/2014/main" val="4145367664"/>
                    </a:ext>
                  </a:extLst>
                </a:gridCol>
                <a:gridCol w="1904539">
                  <a:extLst>
                    <a:ext uri="{9D8B030D-6E8A-4147-A177-3AD203B41FA5}">
                      <a16:colId xmlns:a16="http://schemas.microsoft.com/office/drawing/2014/main" val="4274601216"/>
                    </a:ext>
                  </a:extLst>
                </a:gridCol>
              </a:tblGrid>
              <a:tr h="407724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Problem/issue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Possible cause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Troubleshooting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Solution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Expected 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038829"/>
                  </a:ext>
                </a:extLst>
              </a:tr>
              <a:tr h="1810561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complaint can’t be submitted through the app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 required info is missing / Internet connection problem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whether all the required field are filled / Check the internet and try again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Fill all the mandatory section in the app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Complaint is submitted successfully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212883"/>
                  </a:ext>
                </a:extLst>
              </a:tr>
              <a:tr h="952927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complaint is written with wrong detail’s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entered the wrong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the submitted information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edit option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Accurate complaint record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609460"/>
                  </a:ext>
                </a:extLst>
              </a:tr>
              <a:tr h="952927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Duplicate registration of a complaint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student may submit the complaint twice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Try to fill the complaint correctly at once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Prevent duplicate entries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one complaint is recorded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455903"/>
                  </a:ext>
                </a:extLst>
              </a:tr>
              <a:tr h="1318817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complaint is assigned to a wrong person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Assigning a specified work to a wrong person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the complaint category and assign right person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Allows selection of authorized staff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Complaint reaches the right person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5137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FBDDC3-F6B8-9FB0-08D3-8702ED2E9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348238"/>
              </p:ext>
            </p:extLst>
          </p:nvPr>
        </p:nvGraphicFramePr>
        <p:xfrm>
          <a:off x="1930399" y="116206"/>
          <a:ext cx="83312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1200">
                  <a:extLst>
                    <a:ext uri="{9D8B030D-6E8A-4147-A177-3AD203B41FA5}">
                      <a16:colId xmlns:a16="http://schemas.microsoft.com/office/drawing/2014/main" val="2094278288"/>
                    </a:ext>
                  </a:extLst>
                </a:gridCol>
              </a:tblGrid>
              <a:tr h="597857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HOSTEL COMPLAINT MANAGEMENT SYSTEM                                                                                                                                                                   *         (Hardware/Technical Troubleshooting &amp; Problem – solution analysis)      *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830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41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CD211-B620-49F9-ECD7-19C40DA6ED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241EA-DE93-0897-B016-65D12D8049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753A58-EC94-D89A-64EF-C6C9B43DE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408298"/>
              </p:ext>
            </p:extLst>
          </p:nvPr>
        </p:nvGraphicFramePr>
        <p:xfrm>
          <a:off x="231057" y="1084540"/>
          <a:ext cx="11729885" cy="5385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306">
                  <a:extLst>
                    <a:ext uri="{9D8B030D-6E8A-4147-A177-3AD203B41FA5}">
                      <a16:colId xmlns:a16="http://schemas.microsoft.com/office/drawing/2014/main" val="3295177260"/>
                    </a:ext>
                  </a:extLst>
                </a:gridCol>
                <a:gridCol w="3162655">
                  <a:extLst>
                    <a:ext uri="{9D8B030D-6E8A-4147-A177-3AD203B41FA5}">
                      <a16:colId xmlns:a16="http://schemas.microsoft.com/office/drawing/2014/main" val="1163314830"/>
                    </a:ext>
                  </a:extLst>
                </a:gridCol>
                <a:gridCol w="1954981">
                  <a:extLst>
                    <a:ext uri="{9D8B030D-6E8A-4147-A177-3AD203B41FA5}">
                      <a16:colId xmlns:a16="http://schemas.microsoft.com/office/drawing/2014/main" val="3366675959"/>
                    </a:ext>
                  </a:extLst>
                </a:gridCol>
                <a:gridCol w="1954981">
                  <a:extLst>
                    <a:ext uri="{9D8B030D-6E8A-4147-A177-3AD203B41FA5}">
                      <a16:colId xmlns:a16="http://schemas.microsoft.com/office/drawing/2014/main" val="2641454135"/>
                    </a:ext>
                  </a:extLst>
                </a:gridCol>
                <a:gridCol w="1954981">
                  <a:extLst>
                    <a:ext uri="{9D8B030D-6E8A-4147-A177-3AD203B41FA5}">
                      <a16:colId xmlns:a16="http://schemas.microsoft.com/office/drawing/2014/main" val="4145367664"/>
                    </a:ext>
                  </a:extLst>
                </a:gridCol>
                <a:gridCol w="1954981">
                  <a:extLst>
                    <a:ext uri="{9D8B030D-6E8A-4147-A177-3AD203B41FA5}">
                      <a16:colId xmlns:a16="http://schemas.microsoft.com/office/drawing/2014/main" val="4274601216"/>
                    </a:ext>
                  </a:extLst>
                </a:gridCol>
              </a:tblGrid>
              <a:tr h="449328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Problem/issue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Possible cause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Troubleshooting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Solution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Expected 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038829"/>
                  </a:ext>
                </a:extLst>
              </a:tr>
              <a:tr h="1050161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Complaint status is not updated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can be internet problem / details are incomplete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Try to give the clear prompted complaint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 that complaint will be uploaded easily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Complaint will be uploaded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321494"/>
                  </a:ext>
                </a:extLst>
              </a:tr>
              <a:tr h="735113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is accidentally lost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Storage or system failure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backup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Maintain regular data backups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can be recovered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297887"/>
                  </a:ext>
                </a:extLst>
              </a:tr>
              <a:tr h="1050161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Unauthorized person changes the complaints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Lack of access control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user’s permission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log in and role based access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remains secure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671801"/>
                  </a:ext>
                </a:extLst>
              </a:tr>
              <a:tr h="1050161">
                <a:tc>
                  <a:txBody>
                    <a:bodyPr/>
                    <a:lstStyle/>
                    <a:p>
                      <a:r>
                        <a:rPr lang="en-US" dirty="0"/>
                        <a:t>8.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Complaint marked is resolved without actually resolved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 updated incorrectly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resolution with student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confirmation before closing the complaint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Genuine resolution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587"/>
                  </a:ext>
                </a:extLst>
              </a:tr>
              <a:tr h="1050161">
                <a:tc>
                  <a:txBody>
                    <a:bodyPr/>
                    <a:lstStyle/>
                    <a:p>
                      <a:r>
                        <a:rPr lang="en-US" dirty="0"/>
                        <a:t>9.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student can’t track the information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Complaint ID is invalid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using student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complaint tracking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 can see the current status of their problem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7951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39733F-AD4B-BBE0-14AB-A815DFA67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703773"/>
              </p:ext>
            </p:extLst>
          </p:nvPr>
        </p:nvGraphicFramePr>
        <p:xfrm>
          <a:off x="1759974" y="178890"/>
          <a:ext cx="83312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1200">
                  <a:extLst>
                    <a:ext uri="{9D8B030D-6E8A-4147-A177-3AD203B41FA5}">
                      <a16:colId xmlns:a16="http://schemas.microsoft.com/office/drawing/2014/main" val="2094278288"/>
                    </a:ext>
                  </a:extLst>
                </a:gridCol>
              </a:tblGrid>
              <a:tr h="597857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HOSTEL COMPLAINT MANAGEMENT SYSTEM                                                                                                                                                                   *         (Hardware/Technical Troubleshooting &amp; Problem – solution analysis)      *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830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37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337</Words>
  <Application>Microsoft Office PowerPoint</Application>
  <PresentationFormat>Widescreen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thiyana mk</dc:creator>
  <cp:lastModifiedBy>thiyana mk</cp:lastModifiedBy>
  <cp:revision>1</cp:revision>
  <dcterms:created xsi:type="dcterms:W3CDTF">2026-09-11T17:25:30Z</dcterms:created>
  <dcterms:modified xsi:type="dcterms:W3CDTF">2026-09-11T18:08:28Z</dcterms:modified>
</cp:coreProperties>
</file>