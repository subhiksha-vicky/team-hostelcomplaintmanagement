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Lst>
  <p:sldSz cx="18288000" cy="10287000"/>
  <p:notesSz cx="6858000" cy="9144000"/>
  <p:embeddedFontLst>
    <p:embeddedFont>
      <p:font typeface="Schoolbell" charset="1" panose="02000000000000000000"/>
      <p:regular r:id="rId13"/>
    </p:embeddedFont>
    <p:embeddedFont>
      <p:font typeface="Le Petit Cochon" charset="1" panose="00000500000000000000"/>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fonts/font13.fntdata" Type="http://schemas.openxmlformats.org/officeDocument/2006/relationships/font"/><Relationship Id="rId14" Target="fonts/font14.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6.png" Type="http://schemas.openxmlformats.org/officeDocument/2006/relationships/image"/><Relationship Id="rId4" Target="../media/image7.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2235788" y="3124659"/>
            <a:ext cx="13816423" cy="4579038"/>
            <a:chOff x="0" y="0"/>
            <a:chExt cx="12954000" cy="6359775"/>
          </a:xfrm>
        </p:grpSpPr>
        <p:sp>
          <p:nvSpPr>
            <p:cNvPr name="Freeform 4" id="4"/>
            <p:cNvSpPr/>
            <p:nvPr/>
          </p:nvSpPr>
          <p:spPr>
            <a:xfrm flipH="false" flipV="false" rot="0">
              <a:off x="0" y="4888"/>
              <a:ext cx="19189475" cy="6354688"/>
            </a:xfrm>
            <a:custGeom>
              <a:avLst/>
              <a:gdLst/>
              <a:ahLst/>
              <a:cxnLst/>
              <a:rect r="r" b="b" t="t" l="l"/>
              <a:pathLst>
                <a:path h="6354688" w="19189475">
                  <a:moveTo>
                    <a:pt x="0" y="0"/>
                  </a:moveTo>
                  <a:lnTo>
                    <a:pt x="0" y="5668888"/>
                  </a:lnTo>
                  <a:cubicBezTo>
                    <a:pt x="226715" y="5668888"/>
                    <a:pt x="339402" y="5812073"/>
                    <a:pt x="469887" y="5977867"/>
                  </a:cubicBezTo>
                  <a:cubicBezTo>
                    <a:pt x="608905" y="6154502"/>
                    <a:pt x="766453" y="6354688"/>
                    <a:pt x="1079487" y="6354688"/>
                  </a:cubicBezTo>
                  <a:cubicBezTo>
                    <a:pt x="1392522" y="6354688"/>
                    <a:pt x="1550057" y="6154489"/>
                    <a:pt x="1689062" y="5977867"/>
                  </a:cubicBezTo>
                  <a:cubicBezTo>
                    <a:pt x="1819534" y="5812073"/>
                    <a:pt x="1932223" y="5668888"/>
                    <a:pt x="2158912" y="5668888"/>
                  </a:cubicBezTo>
                  <a:cubicBezTo>
                    <a:pt x="2385602" y="5668888"/>
                    <a:pt x="2498302" y="5812073"/>
                    <a:pt x="2628787" y="5977867"/>
                  </a:cubicBezTo>
                  <a:cubicBezTo>
                    <a:pt x="2767792" y="6154502"/>
                    <a:pt x="2925352" y="6354688"/>
                    <a:pt x="3238387" y="6354688"/>
                  </a:cubicBezTo>
                  <a:cubicBezTo>
                    <a:pt x="3551422" y="6354688"/>
                    <a:pt x="3708982" y="6154489"/>
                    <a:pt x="3848000" y="5977867"/>
                  </a:cubicBezTo>
                  <a:cubicBezTo>
                    <a:pt x="3978485" y="5812073"/>
                    <a:pt x="4091173" y="5668888"/>
                    <a:pt x="4317874" y="5668888"/>
                  </a:cubicBezTo>
                  <a:cubicBezTo>
                    <a:pt x="4871766" y="5668888"/>
                    <a:pt x="5147184" y="5812073"/>
                    <a:pt x="5466097" y="5977867"/>
                  </a:cubicBezTo>
                  <a:cubicBezTo>
                    <a:pt x="5805836" y="6154502"/>
                    <a:pt x="6190923" y="6354688"/>
                    <a:pt x="6955969" y="6354688"/>
                  </a:cubicBezTo>
                  <a:cubicBezTo>
                    <a:pt x="7721016" y="6354688"/>
                    <a:pt x="8106165" y="6154489"/>
                    <a:pt x="8445933" y="5977867"/>
                  </a:cubicBezTo>
                  <a:cubicBezTo>
                    <a:pt x="8764848" y="5812073"/>
                    <a:pt x="9040264" y="5668888"/>
                    <a:pt x="9594369" y="5668888"/>
                  </a:cubicBezTo>
                  <a:cubicBezTo>
                    <a:pt x="10148473" y="5668888"/>
                    <a:pt x="10423891" y="5812073"/>
                    <a:pt x="10742805" y="5977867"/>
                  </a:cubicBezTo>
                  <a:cubicBezTo>
                    <a:pt x="11082574" y="6154502"/>
                    <a:pt x="11467629" y="6354688"/>
                    <a:pt x="12232708" y="6354688"/>
                  </a:cubicBezTo>
                  <a:cubicBezTo>
                    <a:pt x="12997784" y="6354688"/>
                    <a:pt x="13382903" y="6154489"/>
                    <a:pt x="13722672" y="5977867"/>
                  </a:cubicBezTo>
                  <a:cubicBezTo>
                    <a:pt x="14041585" y="5812073"/>
                    <a:pt x="14317004" y="5668888"/>
                    <a:pt x="14871108" y="5668888"/>
                  </a:cubicBezTo>
                  <a:cubicBezTo>
                    <a:pt x="15098040" y="5668888"/>
                    <a:pt x="15210715" y="5812073"/>
                    <a:pt x="15341200" y="5977867"/>
                  </a:cubicBezTo>
                  <a:cubicBezTo>
                    <a:pt x="15480218" y="6154489"/>
                    <a:pt x="15637777" y="6354688"/>
                    <a:pt x="15950812" y="6354688"/>
                  </a:cubicBezTo>
                  <a:cubicBezTo>
                    <a:pt x="16263849" y="6354688"/>
                    <a:pt x="16421419" y="6154502"/>
                    <a:pt x="16560439" y="5977867"/>
                  </a:cubicBezTo>
                  <a:cubicBezTo>
                    <a:pt x="16690922" y="5812073"/>
                    <a:pt x="16803622" y="5668888"/>
                    <a:pt x="17030339" y="5668888"/>
                  </a:cubicBezTo>
                  <a:cubicBezTo>
                    <a:pt x="17257054" y="5668888"/>
                    <a:pt x="17369766" y="5812073"/>
                    <a:pt x="17500251" y="5977867"/>
                  </a:cubicBezTo>
                  <a:cubicBezTo>
                    <a:pt x="17639269" y="6154489"/>
                    <a:pt x="17796841" y="6354688"/>
                    <a:pt x="18109901" y="6354688"/>
                  </a:cubicBezTo>
                  <a:cubicBezTo>
                    <a:pt x="18422961" y="6354688"/>
                    <a:pt x="18580519" y="6154502"/>
                    <a:pt x="18719550" y="5977867"/>
                  </a:cubicBezTo>
                  <a:cubicBezTo>
                    <a:pt x="18850048" y="5812073"/>
                    <a:pt x="18962748" y="5668888"/>
                    <a:pt x="19189475" y="5668888"/>
                  </a:cubicBezTo>
                  <a:lnTo>
                    <a:pt x="19189475" y="0"/>
                  </a:lnTo>
                  <a:lnTo>
                    <a:pt x="0" y="0"/>
                  </a:lnTo>
                  <a:close/>
                </a:path>
              </a:pathLst>
            </a:custGeom>
            <a:solidFill>
              <a:srgbClr val="ABA5DE"/>
            </a:solidFill>
          </p:spPr>
        </p:sp>
      </p:grpSp>
      <p:sp>
        <p:nvSpPr>
          <p:cNvPr name="Freeform 5" id="5"/>
          <p:cNvSpPr/>
          <p:nvPr/>
        </p:nvSpPr>
        <p:spPr>
          <a:xfrm flipH="false" flipV="false" rot="0">
            <a:off x="-1077560" y="7351675"/>
            <a:ext cx="3875393" cy="4114800"/>
          </a:xfrm>
          <a:custGeom>
            <a:avLst/>
            <a:gdLst/>
            <a:ahLst/>
            <a:cxnLst/>
            <a:rect r="r" b="b" t="t" l="l"/>
            <a:pathLst>
              <a:path h="4114800" w="3875393">
                <a:moveTo>
                  <a:pt x="0" y="0"/>
                </a:moveTo>
                <a:lnTo>
                  <a:pt x="3875394" y="0"/>
                </a:lnTo>
                <a:lnTo>
                  <a:pt x="3875394"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true" rot="0">
            <a:off x="-1077560" y="-1179475"/>
            <a:ext cx="3875393" cy="4114800"/>
          </a:xfrm>
          <a:custGeom>
            <a:avLst/>
            <a:gdLst/>
            <a:ahLst/>
            <a:cxnLst/>
            <a:rect r="r" b="b" t="t" l="l"/>
            <a:pathLst>
              <a:path h="4114800" w="3875393">
                <a:moveTo>
                  <a:pt x="0" y="4114800"/>
                </a:moveTo>
                <a:lnTo>
                  <a:pt x="3875394" y="4114800"/>
                </a:lnTo>
                <a:lnTo>
                  <a:pt x="3875394" y="0"/>
                </a:lnTo>
                <a:lnTo>
                  <a:pt x="0" y="0"/>
                </a:lnTo>
                <a:lnTo>
                  <a:pt x="0"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10800000">
            <a:off x="15490166" y="-1179475"/>
            <a:ext cx="3875393" cy="4114800"/>
          </a:xfrm>
          <a:custGeom>
            <a:avLst/>
            <a:gdLst/>
            <a:ahLst/>
            <a:cxnLst/>
            <a:rect r="r" b="b" t="t" l="l"/>
            <a:pathLst>
              <a:path h="4114800" w="3875393">
                <a:moveTo>
                  <a:pt x="0" y="0"/>
                </a:moveTo>
                <a:lnTo>
                  <a:pt x="3875394" y="0"/>
                </a:lnTo>
                <a:lnTo>
                  <a:pt x="3875394" y="4114800"/>
                </a:lnTo>
                <a:lnTo>
                  <a:pt x="0" y="411480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8" id="8"/>
          <p:cNvSpPr/>
          <p:nvPr/>
        </p:nvSpPr>
        <p:spPr>
          <a:xfrm flipH="false" flipV="true" rot="-10800000">
            <a:off x="15490166" y="7351675"/>
            <a:ext cx="3875393" cy="4114800"/>
          </a:xfrm>
          <a:custGeom>
            <a:avLst/>
            <a:gdLst/>
            <a:ahLst/>
            <a:cxnLst/>
            <a:rect r="r" b="b" t="t" l="l"/>
            <a:pathLst>
              <a:path h="4114800" w="3875393">
                <a:moveTo>
                  <a:pt x="0" y="4114800"/>
                </a:moveTo>
                <a:lnTo>
                  <a:pt x="3875394" y="4114800"/>
                </a:lnTo>
                <a:lnTo>
                  <a:pt x="3875394" y="0"/>
                </a:lnTo>
                <a:lnTo>
                  <a:pt x="0" y="0"/>
                </a:lnTo>
                <a:lnTo>
                  <a:pt x="0" y="411480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2782590" y="5290353"/>
            <a:ext cx="12722820" cy="1963174"/>
          </a:xfrm>
          <a:prstGeom prst="rect">
            <a:avLst/>
          </a:prstGeom>
        </p:spPr>
        <p:txBody>
          <a:bodyPr anchor="t" rtlCol="false" tIns="0" lIns="0" bIns="0" rIns="0">
            <a:spAutoFit/>
          </a:bodyPr>
          <a:lstStyle/>
          <a:p>
            <a:pPr algn="ctr">
              <a:lnSpc>
                <a:spcPts val="7818"/>
              </a:lnSpc>
              <a:spcBef>
                <a:spcPct val="0"/>
              </a:spcBef>
            </a:pPr>
            <a:r>
              <a:rPr lang="en-US" sz="5584">
                <a:solidFill>
                  <a:srgbClr val="2E3573"/>
                </a:solidFill>
                <a:latin typeface="Schoolbell"/>
                <a:ea typeface="Schoolbell"/>
                <a:cs typeface="Schoolbell"/>
                <a:sym typeface="Schoolbell"/>
              </a:rPr>
              <a:t>A Smart &amp; Efficient Solution for Hostel Complaint Handling</a:t>
            </a:r>
          </a:p>
        </p:txBody>
      </p:sp>
      <p:sp>
        <p:nvSpPr>
          <p:cNvPr name="TextBox 10" id="10"/>
          <p:cNvSpPr txBox="true"/>
          <p:nvPr/>
        </p:nvSpPr>
        <p:spPr>
          <a:xfrm rot="0">
            <a:off x="3548259" y="3319569"/>
            <a:ext cx="11003293" cy="2094609"/>
          </a:xfrm>
          <a:prstGeom prst="rect">
            <a:avLst/>
          </a:prstGeom>
        </p:spPr>
        <p:txBody>
          <a:bodyPr anchor="t" rtlCol="false" tIns="0" lIns="0" bIns="0" rIns="0">
            <a:spAutoFit/>
          </a:bodyPr>
          <a:lstStyle/>
          <a:p>
            <a:pPr algn="ctr">
              <a:lnSpc>
                <a:spcPts val="8449"/>
              </a:lnSpc>
              <a:spcBef>
                <a:spcPct val="0"/>
              </a:spcBef>
            </a:pPr>
            <a:r>
              <a:rPr lang="en-US" sz="6035">
                <a:solidFill>
                  <a:srgbClr val="FBFAF8"/>
                </a:solidFill>
                <a:latin typeface="Le Petit Cochon"/>
                <a:ea typeface="Le Petit Cochon"/>
                <a:cs typeface="Le Petit Cochon"/>
                <a:sym typeface="Le Petit Cochon"/>
              </a:rPr>
              <a:t>HOSTEL COMPLAINT MANAGEMENT SYSTEM</a:t>
            </a:r>
          </a:p>
        </p:txBody>
      </p:sp>
      <p:sp>
        <p:nvSpPr>
          <p:cNvPr name="AutoShape 11" id="11"/>
          <p:cNvSpPr/>
          <p:nvPr/>
        </p:nvSpPr>
        <p:spPr>
          <a:xfrm flipV="true">
            <a:off x="2235788" y="3213105"/>
            <a:ext cx="13816423" cy="0"/>
          </a:xfrm>
          <a:prstGeom prst="line">
            <a:avLst/>
          </a:prstGeom>
          <a:ln cap="flat" w="209550">
            <a:solidFill>
              <a:srgbClr val="9690C3"/>
            </a:solidFill>
            <a:prstDash val="solid"/>
            <a:headEnd type="none" len="sm" w="sm"/>
            <a:tailEnd type="none" len="sm" w="sm"/>
          </a:ln>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3444549" y="8710907"/>
            <a:ext cx="7315200" cy="3152186"/>
          </a:xfrm>
          <a:custGeom>
            <a:avLst/>
            <a:gdLst/>
            <a:ahLst/>
            <a:cxnLst/>
            <a:rect r="r" b="b" t="t" l="l"/>
            <a:pathLst>
              <a:path h="3152186" w="7315200">
                <a:moveTo>
                  <a:pt x="0" y="0"/>
                </a:moveTo>
                <a:lnTo>
                  <a:pt x="7315200" y="0"/>
                </a:lnTo>
                <a:lnTo>
                  <a:pt x="7315200" y="3152186"/>
                </a:lnTo>
                <a:lnTo>
                  <a:pt x="0" y="315218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870651" y="8710907"/>
            <a:ext cx="7315200" cy="3152186"/>
          </a:xfrm>
          <a:custGeom>
            <a:avLst/>
            <a:gdLst/>
            <a:ahLst/>
            <a:cxnLst/>
            <a:rect r="r" b="b" t="t" l="l"/>
            <a:pathLst>
              <a:path h="3152186" w="7315200">
                <a:moveTo>
                  <a:pt x="0" y="0"/>
                </a:moveTo>
                <a:lnTo>
                  <a:pt x="7315200" y="0"/>
                </a:lnTo>
                <a:lnTo>
                  <a:pt x="7315200" y="3152186"/>
                </a:lnTo>
                <a:lnTo>
                  <a:pt x="0" y="315218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1185851" y="8710907"/>
            <a:ext cx="7315200" cy="3152186"/>
          </a:xfrm>
          <a:custGeom>
            <a:avLst/>
            <a:gdLst/>
            <a:ahLst/>
            <a:cxnLst/>
            <a:rect r="r" b="b" t="t" l="l"/>
            <a:pathLst>
              <a:path h="3152186" w="7315200">
                <a:moveTo>
                  <a:pt x="0" y="0"/>
                </a:moveTo>
                <a:lnTo>
                  <a:pt x="7315200" y="0"/>
                </a:lnTo>
                <a:lnTo>
                  <a:pt x="7315200" y="3152186"/>
                </a:lnTo>
                <a:lnTo>
                  <a:pt x="0" y="315218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6" id="6"/>
          <p:cNvGrpSpPr/>
          <p:nvPr/>
        </p:nvGrpSpPr>
        <p:grpSpPr>
          <a:xfrm rot="0">
            <a:off x="3319563" y="3043200"/>
            <a:ext cx="5327516" cy="2273416"/>
            <a:chOff x="0" y="0"/>
            <a:chExt cx="12954000" cy="6359775"/>
          </a:xfrm>
        </p:grpSpPr>
        <p:sp>
          <p:nvSpPr>
            <p:cNvPr name="Freeform 7" id="7"/>
            <p:cNvSpPr/>
            <p:nvPr/>
          </p:nvSpPr>
          <p:spPr>
            <a:xfrm flipH="false" flipV="false" rot="0">
              <a:off x="0" y="4888"/>
              <a:ext cx="14903476" cy="6354688"/>
            </a:xfrm>
            <a:custGeom>
              <a:avLst/>
              <a:gdLst/>
              <a:ahLst/>
              <a:cxnLst/>
              <a:rect r="r" b="b" t="t" l="l"/>
              <a:pathLst>
                <a:path h="6354688" w="14903476">
                  <a:moveTo>
                    <a:pt x="0" y="0"/>
                  </a:moveTo>
                  <a:lnTo>
                    <a:pt x="0" y="5668888"/>
                  </a:lnTo>
                  <a:cubicBezTo>
                    <a:pt x="226715" y="5668888"/>
                    <a:pt x="339402" y="5812073"/>
                    <a:pt x="469887" y="5977867"/>
                  </a:cubicBezTo>
                  <a:cubicBezTo>
                    <a:pt x="608905" y="6154502"/>
                    <a:pt x="766453" y="6354688"/>
                    <a:pt x="1079487" y="6354688"/>
                  </a:cubicBezTo>
                  <a:cubicBezTo>
                    <a:pt x="1392522" y="6354688"/>
                    <a:pt x="1550057" y="6154489"/>
                    <a:pt x="1689062" y="5977867"/>
                  </a:cubicBezTo>
                  <a:cubicBezTo>
                    <a:pt x="1819534" y="5812073"/>
                    <a:pt x="1932223" y="5668888"/>
                    <a:pt x="2158912" y="5668888"/>
                  </a:cubicBezTo>
                  <a:cubicBezTo>
                    <a:pt x="2385602" y="5668888"/>
                    <a:pt x="2498302" y="5812073"/>
                    <a:pt x="2628787" y="5977867"/>
                  </a:cubicBezTo>
                  <a:cubicBezTo>
                    <a:pt x="2767792" y="6154502"/>
                    <a:pt x="2925352" y="6354688"/>
                    <a:pt x="3238387" y="6354688"/>
                  </a:cubicBezTo>
                  <a:cubicBezTo>
                    <a:pt x="3551422" y="6354688"/>
                    <a:pt x="3708982" y="6154489"/>
                    <a:pt x="3848000" y="5977867"/>
                  </a:cubicBezTo>
                  <a:cubicBezTo>
                    <a:pt x="3978485" y="5812073"/>
                    <a:pt x="4091173" y="5668888"/>
                    <a:pt x="4317874" y="5668888"/>
                  </a:cubicBezTo>
                  <a:cubicBezTo>
                    <a:pt x="4646869" y="5668888"/>
                    <a:pt x="4810434" y="5812073"/>
                    <a:pt x="4999830" y="5977867"/>
                  </a:cubicBezTo>
                  <a:cubicBezTo>
                    <a:pt x="5201593" y="6154502"/>
                    <a:pt x="5430288" y="6354688"/>
                    <a:pt x="5884632" y="6354688"/>
                  </a:cubicBezTo>
                  <a:cubicBezTo>
                    <a:pt x="6338976" y="6354688"/>
                    <a:pt x="6567708" y="6154489"/>
                    <a:pt x="6769489" y="5977867"/>
                  </a:cubicBezTo>
                  <a:cubicBezTo>
                    <a:pt x="6958885" y="5812073"/>
                    <a:pt x="7122449" y="5668888"/>
                    <a:pt x="7451520" y="5668888"/>
                  </a:cubicBezTo>
                  <a:cubicBezTo>
                    <a:pt x="7780589" y="5668888"/>
                    <a:pt x="7944155" y="5812073"/>
                    <a:pt x="8133551" y="5977867"/>
                  </a:cubicBezTo>
                  <a:cubicBezTo>
                    <a:pt x="8335332" y="6154502"/>
                    <a:pt x="8564007" y="6354688"/>
                    <a:pt x="9018371" y="6354688"/>
                  </a:cubicBezTo>
                  <a:cubicBezTo>
                    <a:pt x="9472733" y="6354688"/>
                    <a:pt x="9701446" y="6154489"/>
                    <a:pt x="9903229" y="5977867"/>
                  </a:cubicBezTo>
                  <a:cubicBezTo>
                    <a:pt x="10092623" y="5812073"/>
                    <a:pt x="10256188" y="5668888"/>
                    <a:pt x="10585259" y="5668888"/>
                  </a:cubicBezTo>
                  <a:cubicBezTo>
                    <a:pt x="10812041" y="5668888"/>
                    <a:pt x="10924717" y="5812073"/>
                    <a:pt x="11055201" y="5977867"/>
                  </a:cubicBezTo>
                  <a:cubicBezTo>
                    <a:pt x="11194220" y="6154489"/>
                    <a:pt x="11351778" y="6354688"/>
                    <a:pt x="11664814" y="6354688"/>
                  </a:cubicBezTo>
                  <a:cubicBezTo>
                    <a:pt x="11977850" y="6354688"/>
                    <a:pt x="12135421" y="6154502"/>
                    <a:pt x="12274440" y="5977867"/>
                  </a:cubicBezTo>
                  <a:cubicBezTo>
                    <a:pt x="12404924" y="5812073"/>
                    <a:pt x="12517624" y="5668888"/>
                    <a:pt x="12744340" y="5668888"/>
                  </a:cubicBezTo>
                  <a:cubicBezTo>
                    <a:pt x="12971055" y="5668888"/>
                    <a:pt x="13083767" y="5812073"/>
                    <a:pt x="13214252" y="5977867"/>
                  </a:cubicBezTo>
                  <a:cubicBezTo>
                    <a:pt x="13353270" y="6154489"/>
                    <a:pt x="13510842" y="6354688"/>
                    <a:pt x="13823902" y="6354688"/>
                  </a:cubicBezTo>
                  <a:cubicBezTo>
                    <a:pt x="14136962" y="6354688"/>
                    <a:pt x="14294520" y="6154502"/>
                    <a:pt x="14433552" y="5977867"/>
                  </a:cubicBezTo>
                  <a:cubicBezTo>
                    <a:pt x="14564049" y="5812073"/>
                    <a:pt x="14676749" y="5668888"/>
                    <a:pt x="14903476" y="5668888"/>
                  </a:cubicBezTo>
                  <a:lnTo>
                    <a:pt x="14903476" y="0"/>
                  </a:lnTo>
                  <a:lnTo>
                    <a:pt x="0" y="0"/>
                  </a:lnTo>
                  <a:close/>
                </a:path>
              </a:pathLst>
            </a:custGeom>
            <a:solidFill>
              <a:srgbClr val="ABA5DE"/>
            </a:solidFill>
          </p:spPr>
        </p:sp>
      </p:grpSp>
      <p:grpSp>
        <p:nvGrpSpPr>
          <p:cNvPr name="Group 8" id="8"/>
          <p:cNvGrpSpPr/>
          <p:nvPr/>
        </p:nvGrpSpPr>
        <p:grpSpPr>
          <a:xfrm rot="0">
            <a:off x="9640921" y="3043200"/>
            <a:ext cx="5327516" cy="2273416"/>
            <a:chOff x="0" y="0"/>
            <a:chExt cx="12954000" cy="6359775"/>
          </a:xfrm>
        </p:grpSpPr>
        <p:sp>
          <p:nvSpPr>
            <p:cNvPr name="Freeform 9" id="9"/>
            <p:cNvSpPr/>
            <p:nvPr/>
          </p:nvSpPr>
          <p:spPr>
            <a:xfrm flipH="false" flipV="false" rot="0">
              <a:off x="0" y="4888"/>
              <a:ext cx="14903476" cy="6354688"/>
            </a:xfrm>
            <a:custGeom>
              <a:avLst/>
              <a:gdLst/>
              <a:ahLst/>
              <a:cxnLst/>
              <a:rect r="r" b="b" t="t" l="l"/>
              <a:pathLst>
                <a:path h="6354688" w="14903476">
                  <a:moveTo>
                    <a:pt x="0" y="0"/>
                  </a:moveTo>
                  <a:lnTo>
                    <a:pt x="0" y="5668888"/>
                  </a:lnTo>
                  <a:cubicBezTo>
                    <a:pt x="226715" y="5668888"/>
                    <a:pt x="339402" y="5812073"/>
                    <a:pt x="469887" y="5977867"/>
                  </a:cubicBezTo>
                  <a:cubicBezTo>
                    <a:pt x="608905" y="6154502"/>
                    <a:pt x="766453" y="6354688"/>
                    <a:pt x="1079487" y="6354688"/>
                  </a:cubicBezTo>
                  <a:cubicBezTo>
                    <a:pt x="1392522" y="6354688"/>
                    <a:pt x="1550057" y="6154489"/>
                    <a:pt x="1689062" y="5977867"/>
                  </a:cubicBezTo>
                  <a:cubicBezTo>
                    <a:pt x="1819534" y="5812073"/>
                    <a:pt x="1932223" y="5668888"/>
                    <a:pt x="2158912" y="5668888"/>
                  </a:cubicBezTo>
                  <a:cubicBezTo>
                    <a:pt x="2385602" y="5668888"/>
                    <a:pt x="2498302" y="5812073"/>
                    <a:pt x="2628787" y="5977867"/>
                  </a:cubicBezTo>
                  <a:cubicBezTo>
                    <a:pt x="2767792" y="6154502"/>
                    <a:pt x="2925352" y="6354688"/>
                    <a:pt x="3238387" y="6354688"/>
                  </a:cubicBezTo>
                  <a:cubicBezTo>
                    <a:pt x="3551422" y="6354688"/>
                    <a:pt x="3708982" y="6154489"/>
                    <a:pt x="3848000" y="5977867"/>
                  </a:cubicBezTo>
                  <a:cubicBezTo>
                    <a:pt x="3978485" y="5812073"/>
                    <a:pt x="4091173" y="5668888"/>
                    <a:pt x="4317874" y="5668888"/>
                  </a:cubicBezTo>
                  <a:cubicBezTo>
                    <a:pt x="4646869" y="5668888"/>
                    <a:pt x="4810434" y="5812073"/>
                    <a:pt x="4999830" y="5977867"/>
                  </a:cubicBezTo>
                  <a:cubicBezTo>
                    <a:pt x="5201593" y="6154502"/>
                    <a:pt x="5430288" y="6354688"/>
                    <a:pt x="5884632" y="6354688"/>
                  </a:cubicBezTo>
                  <a:cubicBezTo>
                    <a:pt x="6338976" y="6354688"/>
                    <a:pt x="6567708" y="6154489"/>
                    <a:pt x="6769489" y="5977867"/>
                  </a:cubicBezTo>
                  <a:cubicBezTo>
                    <a:pt x="6958885" y="5812073"/>
                    <a:pt x="7122449" y="5668888"/>
                    <a:pt x="7451520" y="5668888"/>
                  </a:cubicBezTo>
                  <a:cubicBezTo>
                    <a:pt x="7780589" y="5668888"/>
                    <a:pt x="7944155" y="5812073"/>
                    <a:pt x="8133551" y="5977867"/>
                  </a:cubicBezTo>
                  <a:cubicBezTo>
                    <a:pt x="8335332" y="6154502"/>
                    <a:pt x="8564007" y="6354688"/>
                    <a:pt x="9018371" y="6354688"/>
                  </a:cubicBezTo>
                  <a:cubicBezTo>
                    <a:pt x="9472733" y="6354688"/>
                    <a:pt x="9701446" y="6154489"/>
                    <a:pt x="9903229" y="5977867"/>
                  </a:cubicBezTo>
                  <a:cubicBezTo>
                    <a:pt x="10092623" y="5812073"/>
                    <a:pt x="10256188" y="5668888"/>
                    <a:pt x="10585259" y="5668888"/>
                  </a:cubicBezTo>
                  <a:cubicBezTo>
                    <a:pt x="10812041" y="5668888"/>
                    <a:pt x="10924717" y="5812073"/>
                    <a:pt x="11055201" y="5977867"/>
                  </a:cubicBezTo>
                  <a:cubicBezTo>
                    <a:pt x="11194220" y="6154489"/>
                    <a:pt x="11351778" y="6354688"/>
                    <a:pt x="11664814" y="6354688"/>
                  </a:cubicBezTo>
                  <a:cubicBezTo>
                    <a:pt x="11977850" y="6354688"/>
                    <a:pt x="12135421" y="6154502"/>
                    <a:pt x="12274440" y="5977867"/>
                  </a:cubicBezTo>
                  <a:cubicBezTo>
                    <a:pt x="12404924" y="5812073"/>
                    <a:pt x="12517624" y="5668888"/>
                    <a:pt x="12744340" y="5668888"/>
                  </a:cubicBezTo>
                  <a:cubicBezTo>
                    <a:pt x="12971055" y="5668888"/>
                    <a:pt x="13083767" y="5812073"/>
                    <a:pt x="13214252" y="5977867"/>
                  </a:cubicBezTo>
                  <a:cubicBezTo>
                    <a:pt x="13353270" y="6154489"/>
                    <a:pt x="13510842" y="6354688"/>
                    <a:pt x="13823902" y="6354688"/>
                  </a:cubicBezTo>
                  <a:cubicBezTo>
                    <a:pt x="14136962" y="6354688"/>
                    <a:pt x="14294520" y="6154502"/>
                    <a:pt x="14433552" y="5977867"/>
                  </a:cubicBezTo>
                  <a:cubicBezTo>
                    <a:pt x="14564049" y="5812073"/>
                    <a:pt x="14676749" y="5668888"/>
                    <a:pt x="14903476" y="5668888"/>
                  </a:cubicBezTo>
                  <a:lnTo>
                    <a:pt x="14903476" y="0"/>
                  </a:lnTo>
                  <a:lnTo>
                    <a:pt x="0" y="0"/>
                  </a:lnTo>
                  <a:close/>
                </a:path>
              </a:pathLst>
            </a:custGeom>
            <a:solidFill>
              <a:srgbClr val="ABA5DE"/>
            </a:solidFill>
          </p:spPr>
        </p:sp>
      </p:grpSp>
      <p:grpSp>
        <p:nvGrpSpPr>
          <p:cNvPr name="Group 10" id="10"/>
          <p:cNvGrpSpPr/>
          <p:nvPr/>
        </p:nvGrpSpPr>
        <p:grpSpPr>
          <a:xfrm rot="0">
            <a:off x="3319563" y="5877053"/>
            <a:ext cx="5327516" cy="2273416"/>
            <a:chOff x="0" y="0"/>
            <a:chExt cx="12954000" cy="6359775"/>
          </a:xfrm>
        </p:grpSpPr>
        <p:sp>
          <p:nvSpPr>
            <p:cNvPr name="Freeform 11" id="11"/>
            <p:cNvSpPr/>
            <p:nvPr/>
          </p:nvSpPr>
          <p:spPr>
            <a:xfrm flipH="false" flipV="false" rot="0">
              <a:off x="0" y="4888"/>
              <a:ext cx="14903476" cy="6354688"/>
            </a:xfrm>
            <a:custGeom>
              <a:avLst/>
              <a:gdLst/>
              <a:ahLst/>
              <a:cxnLst/>
              <a:rect r="r" b="b" t="t" l="l"/>
              <a:pathLst>
                <a:path h="6354688" w="14903476">
                  <a:moveTo>
                    <a:pt x="0" y="0"/>
                  </a:moveTo>
                  <a:lnTo>
                    <a:pt x="0" y="5668888"/>
                  </a:lnTo>
                  <a:cubicBezTo>
                    <a:pt x="226715" y="5668888"/>
                    <a:pt x="339402" y="5812073"/>
                    <a:pt x="469887" y="5977867"/>
                  </a:cubicBezTo>
                  <a:cubicBezTo>
                    <a:pt x="608905" y="6154502"/>
                    <a:pt x="766453" y="6354688"/>
                    <a:pt x="1079487" y="6354688"/>
                  </a:cubicBezTo>
                  <a:cubicBezTo>
                    <a:pt x="1392522" y="6354688"/>
                    <a:pt x="1550057" y="6154489"/>
                    <a:pt x="1689062" y="5977867"/>
                  </a:cubicBezTo>
                  <a:cubicBezTo>
                    <a:pt x="1819534" y="5812073"/>
                    <a:pt x="1932223" y="5668888"/>
                    <a:pt x="2158912" y="5668888"/>
                  </a:cubicBezTo>
                  <a:cubicBezTo>
                    <a:pt x="2385602" y="5668888"/>
                    <a:pt x="2498302" y="5812073"/>
                    <a:pt x="2628787" y="5977867"/>
                  </a:cubicBezTo>
                  <a:cubicBezTo>
                    <a:pt x="2767792" y="6154502"/>
                    <a:pt x="2925352" y="6354688"/>
                    <a:pt x="3238387" y="6354688"/>
                  </a:cubicBezTo>
                  <a:cubicBezTo>
                    <a:pt x="3551422" y="6354688"/>
                    <a:pt x="3708982" y="6154489"/>
                    <a:pt x="3848000" y="5977867"/>
                  </a:cubicBezTo>
                  <a:cubicBezTo>
                    <a:pt x="3978485" y="5812073"/>
                    <a:pt x="4091173" y="5668888"/>
                    <a:pt x="4317874" y="5668888"/>
                  </a:cubicBezTo>
                  <a:cubicBezTo>
                    <a:pt x="4646869" y="5668888"/>
                    <a:pt x="4810434" y="5812073"/>
                    <a:pt x="4999830" y="5977867"/>
                  </a:cubicBezTo>
                  <a:cubicBezTo>
                    <a:pt x="5201593" y="6154502"/>
                    <a:pt x="5430288" y="6354688"/>
                    <a:pt x="5884632" y="6354688"/>
                  </a:cubicBezTo>
                  <a:cubicBezTo>
                    <a:pt x="6338976" y="6354688"/>
                    <a:pt x="6567708" y="6154489"/>
                    <a:pt x="6769489" y="5977867"/>
                  </a:cubicBezTo>
                  <a:cubicBezTo>
                    <a:pt x="6958885" y="5812073"/>
                    <a:pt x="7122449" y="5668888"/>
                    <a:pt x="7451520" y="5668888"/>
                  </a:cubicBezTo>
                  <a:cubicBezTo>
                    <a:pt x="7780589" y="5668888"/>
                    <a:pt x="7944155" y="5812073"/>
                    <a:pt x="8133551" y="5977867"/>
                  </a:cubicBezTo>
                  <a:cubicBezTo>
                    <a:pt x="8335332" y="6154502"/>
                    <a:pt x="8564007" y="6354688"/>
                    <a:pt x="9018371" y="6354688"/>
                  </a:cubicBezTo>
                  <a:cubicBezTo>
                    <a:pt x="9472733" y="6354688"/>
                    <a:pt x="9701446" y="6154489"/>
                    <a:pt x="9903229" y="5977867"/>
                  </a:cubicBezTo>
                  <a:cubicBezTo>
                    <a:pt x="10092623" y="5812073"/>
                    <a:pt x="10256188" y="5668888"/>
                    <a:pt x="10585259" y="5668888"/>
                  </a:cubicBezTo>
                  <a:cubicBezTo>
                    <a:pt x="10812041" y="5668888"/>
                    <a:pt x="10924717" y="5812073"/>
                    <a:pt x="11055201" y="5977867"/>
                  </a:cubicBezTo>
                  <a:cubicBezTo>
                    <a:pt x="11194220" y="6154489"/>
                    <a:pt x="11351778" y="6354688"/>
                    <a:pt x="11664814" y="6354688"/>
                  </a:cubicBezTo>
                  <a:cubicBezTo>
                    <a:pt x="11977850" y="6354688"/>
                    <a:pt x="12135421" y="6154502"/>
                    <a:pt x="12274440" y="5977867"/>
                  </a:cubicBezTo>
                  <a:cubicBezTo>
                    <a:pt x="12404924" y="5812073"/>
                    <a:pt x="12517624" y="5668888"/>
                    <a:pt x="12744340" y="5668888"/>
                  </a:cubicBezTo>
                  <a:cubicBezTo>
                    <a:pt x="12971055" y="5668888"/>
                    <a:pt x="13083767" y="5812073"/>
                    <a:pt x="13214252" y="5977867"/>
                  </a:cubicBezTo>
                  <a:cubicBezTo>
                    <a:pt x="13353270" y="6154489"/>
                    <a:pt x="13510842" y="6354688"/>
                    <a:pt x="13823902" y="6354688"/>
                  </a:cubicBezTo>
                  <a:cubicBezTo>
                    <a:pt x="14136962" y="6354688"/>
                    <a:pt x="14294520" y="6154502"/>
                    <a:pt x="14433552" y="5977867"/>
                  </a:cubicBezTo>
                  <a:cubicBezTo>
                    <a:pt x="14564049" y="5812073"/>
                    <a:pt x="14676749" y="5668888"/>
                    <a:pt x="14903476" y="5668888"/>
                  </a:cubicBezTo>
                  <a:lnTo>
                    <a:pt x="14903476" y="0"/>
                  </a:lnTo>
                  <a:lnTo>
                    <a:pt x="0" y="0"/>
                  </a:lnTo>
                  <a:close/>
                </a:path>
              </a:pathLst>
            </a:custGeom>
            <a:solidFill>
              <a:srgbClr val="ABA5DE"/>
            </a:solidFill>
          </p:spPr>
        </p:sp>
      </p:grpSp>
      <p:grpSp>
        <p:nvGrpSpPr>
          <p:cNvPr name="Group 12" id="12"/>
          <p:cNvGrpSpPr/>
          <p:nvPr/>
        </p:nvGrpSpPr>
        <p:grpSpPr>
          <a:xfrm rot="0">
            <a:off x="9640921" y="5877053"/>
            <a:ext cx="5327516" cy="2273416"/>
            <a:chOff x="0" y="0"/>
            <a:chExt cx="12954000" cy="6359775"/>
          </a:xfrm>
        </p:grpSpPr>
        <p:sp>
          <p:nvSpPr>
            <p:cNvPr name="Freeform 13" id="13"/>
            <p:cNvSpPr/>
            <p:nvPr/>
          </p:nvSpPr>
          <p:spPr>
            <a:xfrm flipH="false" flipV="false" rot="0">
              <a:off x="0" y="4888"/>
              <a:ext cx="14903476" cy="6354688"/>
            </a:xfrm>
            <a:custGeom>
              <a:avLst/>
              <a:gdLst/>
              <a:ahLst/>
              <a:cxnLst/>
              <a:rect r="r" b="b" t="t" l="l"/>
              <a:pathLst>
                <a:path h="6354688" w="14903476">
                  <a:moveTo>
                    <a:pt x="0" y="0"/>
                  </a:moveTo>
                  <a:lnTo>
                    <a:pt x="0" y="5668888"/>
                  </a:lnTo>
                  <a:cubicBezTo>
                    <a:pt x="226715" y="5668888"/>
                    <a:pt x="339402" y="5812073"/>
                    <a:pt x="469887" y="5977867"/>
                  </a:cubicBezTo>
                  <a:cubicBezTo>
                    <a:pt x="608905" y="6154502"/>
                    <a:pt x="766453" y="6354688"/>
                    <a:pt x="1079487" y="6354688"/>
                  </a:cubicBezTo>
                  <a:cubicBezTo>
                    <a:pt x="1392522" y="6354688"/>
                    <a:pt x="1550057" y="6154489"/>
                    <a:pt x="1689062" y="5977867"/>
                  </a:cubicBezTo>
                  <a:cubicBezTo>
                    <a:pt x="1819534" y="5812073"/>
                    <a:pt x="1932223" y="5668888"/>
                    <a:pt x="2158912" y="5668888"/>
                  </a:cubicBezTo>
                  <a:cubicBezTo>
                    <a:pt x="2385602" y="5668888"/>
                    <a:pt x="2498302" y="5812073"/>
                    <a:pt x="2628787" y="5977867"/>
                  </a:cubicBezTo>
                  <a:cubicBezTo>
                    <a:pt x="2767792" y="6154502"/>
                    <a:pt x="2925352" y="6354688"/>
                    <a:pt x="3238387" y="6354688"/>
                  </a:cubicBezTo>
                  <a:cubicBezTo>
                    <a:pt x="3551422" y="6354688"/>
                    <a:pt x="3708982" y="6154489"/>
                    <a:pt x="3848000" y="5977867"/>
                  </a:cubicBezTo>
                  <a:cubicBezTo>
                    <a:pt x="3978485" y="5812073"/>
                    <a:pt x="4091173" y="5668888"/>
                    <a:pt x="4317874" y="5668888"/>
                  </a:cubicBezTo>
                  <a:cubicBezTo>
                    <a:pt x="4646869" y="5668888"/>
                    <a:pt x="4810434" y="5812073"/>
                    <a:pt x="4999830" y="5977867"/>
                  </a:cubicBezTo>
                  <a:cubicBezTo>
                    <a:pt x="5201593" y="6154502"/>
                    <a:pt x="5430288" y="6354688"/>
                    <a:pt x="5884632" y="6354688"/>
                  </a:cubicBezTo>
                  <a:cubicBezTo>
                    <a:pt x="6338976" y="6354688"/>
                    <a:pt x="6567708" y="6154489"/>
                    <a:pt x="6769489" y="5977867"/>
                  </a:cubicBezTo>
                  <a:cubicBezTo>
                    <a:pt x="6958885" y="5812073"/>
                    <a:pt x="7122449" y="5668888"/>
                    <a:pt x="7451520" y="5668888"/>
                  </a:cubicBezTo>
                  <a:cubicBezTo>
                    <a:pt x="7780589" y="5668888"/>
                    <a:pt x="7944155" y="5812073"/>
                    <a:pt x="8133551" y="5977867"/>
                  </a:cubicBezTo>
                  <a:cubicBezTo>
                    <a:pt x="8335332" y="6154502"/>
                    <a:pt x="8564007" y="6354688"/>
                    <a:pt x="9018371" y="6354688"/>
                  </a:cubicBezTo>
                  <a:cubicBezTo>
                    <a:pt x="9472733" y="6354688"/>
                    <a:pt x="9701446" y="6154489"/>
                    <a:pt x="9903229" y="5977867"/>
                  </a:cubicBezTo>
                  <a:cubicBezTo>
                    <a:pt x="10092623" y="5812073"/>
                    <a:pt x="10256188" y="5668888"/>
                    <a:pt x="10585259" y="5668888"/>
                  </a:cubicBezTo>
                  <a:cubicBezTo>
                    <a:pt x="10812041" y="5668888"/>
                    <a:pt x="10924717" y="5812073"/>
                    <a:pt x="11055201" y="5977867"/>
                  </a:cubicBezTo>
                  <a:cubicBezTo>
                    <a:pt x="11194220" y="6154489"/>
                    <a:pt x="11351778" y="6354688"/>
                    <a:pt x="11664814" y="6354688"/>
                  </a:cubicBezTo>
                  <a:cubicBezTo>
                    <a:pt x="11977850" y="6354688"/>
                    <a:pt x="12135421" y="6154502"/>
                    <a:pt x="12274440" y="5977867"/>
                  </a:cubicBezTo>
                  <a:cubicBezTo>
                    <a:pt x="12404924" y="5812073"/>
                    <a:pt x="12517624" y="5668888"/>
                    <a:pt x="12744340" y="5668888"/>
                  </a:cubicBezTo>
                  <a:cubicBezTo>
                    <a:pt x="12971055" y="5668888"/>
                    <a:pt x="13083767" y="5812073"/>
                    <a:pt x="13214252" y="5977867"/>
                  </a:cubicBezTo>
                  <a:cubicBezTo>
                    <a:pt x="13353270" y="6154489"/>
                    <a:pt x="13510842" y="6354688"/>
                    <a:pt x="13823902" y="6354688"/>
                  </a:cubicBezTo>
                  <a:cubicBezTo>
                    <a:pt x="14136962" y="6354688"/>
                    <a:pt x="14294520" y="6154502"/>
                    <a:pt x="14433552" y="5977867"/>
                  </a:cubicBezTo>
                  <a:cubicBezTo>
                    <a:pt x="14564049" y="5812073"/>
                    <a:pt x="14676749" y="5668888"/>
                    <a:pt x="14903476" y="5668888"/>
                  </a:cubicBezTo>
                  <a:lnTo>
                    <a:pt x="14903476" y="0"/>
                  </a:lnTo>
                  <a:lnTo>
                    <a:pt x="0" y="0"/>
                  </a:lnTo>
                  <a:close/>
                </a:path>
              </a:pathLst>
            </a:custGeom>
            <a:solidFill>
              <a:srgbClr val="ABA5DE"/>
            </a:solidFill>
          </p:spPr>
        </p:sp>
      </p:grpSp>
      <p:sp>
        <p:nvSpPr>
          <p:cNvPr name="Freeform 14" id="14"/>
          <p:cNvSpPr/>
          <p:nvPr/>
        </p:nvSpPr>
        <p:spPr>
          <a:xfrm flipH="false" flipV="false" rot="-951226">
            <a:off x="-2568825" y="-811423"/>
            <a:ext cx="7315200" cy="3152186"/>
          </a:xfrm>
          <a:custGeom>
            <a:avLst/>
            <a:gdLst/>
            <a:ahLst/>
            <a:cxnLst/>
            <a:rect r="r" b="b" t="t" l="l"/>
            <a:pathLst>
              <a:path h="3152186" w="7315200">
                <a:moveTo>
                  <a:pt x="0" y="0"/>
                </a:moveTo>
                <a:lnTo>
                  <a:pt x="7315200" y="0"/>
                </a:lnTo>
                <a:lnTo>
                  <a:pt x="7315200" y="3152186"/>
                </a:lnTo>
                <a:lnTo>
                  <a:pt x="0" y="315218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true" flipV="false" rot="968383">
            <a:off x="13539094" y="-811423"/>
            <a:ext cx="7315200" cy="3152186"/>
          </a:xfrm>
          <a:custGeom>
            <a:avLst/>
            <a:gdLst/>
            <a:ahLst/>
            <a:cxnLst/>
            <a:rect r="r" b="b" t="t" l="l"/>
            <a:pathLst>
              <a:path h="3152186" w="7315200">
                <a:moveTo>
                  <a:pt x="7315200" y="0"/>
                </a:moveTo>
                <a:lnTo>
                  <a:pt x="0" y="0"/>
                </a:lnTo>
                <a:lnTo>
                  <a:pt x="0" y="3152186"/>
                </a:lnTo>
                <a:lnTo>
                  <a:pt x="7315200" y="3152186"/>
                </a:lnTo>
                <a:lnTo>
                  <a:pt x="731520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6" id="16"/>
          <p:cNvSpPr txBox="true"/>
          <p:nvPr/>
        </p:nvSpPr>
        <p:spPr>
          <a:xfrm rot="0">
            <a:off x="1955590" y="1111002"/>
            <a:ext cx="13854857" cy="1370291"/>
          </a:xfrm>
          <a:prstGeom prst="rect">
            <a:avLst/>
          </a:prstGeom>
        </p:spPr>
        <p:txBody>
          <a:bodyPr anchor="t" rtlCol="false" tIns="0" lIns="0" bIns="0" rIns="0">
            <a:spAutoFit/>
          </a:bodyPr>
          <a:lstStyle/>
          <a:p>
            <a:pPr algn="ctr">
              <a:lnSpc>
                <a:spcPts val="11108"/>
              </a:lnSpc>
              <a:spcBef>
                <a:spcPct val="0"/>
              </a:spcBef>
            </a:pPr>
            <a:r>
              <a:rPr lang="en-US" sz="7934">
                <a:solidFill>
                  <a:srgbClr val="545C9E"/>
                </a:solidFill>
                <a:latin typeface="Le Petit Cochon"/>
                <a:ea typeface="Le Petit Cochon"/>
                <a:cs typeface="Le Petit Cochon"/>
                <a:sym typeface="Le Petit Cochon"/>
              </a:rPr>
              <a:t>TEAM MEMEBERS</a:t>
            </a:r>
          </a:p>
        </p:txBody>
      </p:sp>
      <p:sp>
        <p:nvSpPr>
          <p:cNvPr name="TextBox 17" id="17"/>
          <p:cNvSpPr txBox="true"/>
          <p:nvPr/>
        </p:nvSpPr>
        <p:spPr>
          <a:xfrm rot="0">
            <a:off x="3972634" y="6673973"/>
            <a:ext cx="4326175" cy="759630"/>
          </a:xfrm>
          <a:prstGeom prst="rect">
            <a:avLst/>
          </a:prstGeom>
        </p:spPr>
        <p:txBody>
          <a:bodyPr anchor="t" rtlCol="false" tIns="0" lIns="0" bIns="0" rIns="0">
            <a:spAutoFit/>
          </a:bodyPr>
          <a:lstStyle/>
          <a:p>
            <a:pPr algn="ctr">
              <a:lnSpc>
                <a:spcPts val="5983"/>
              </a:lnSpc>
            </a:pPr>
            <a:r>
              <a:rPr lang="en-US" sz="5158">
                <a:solidFill>
                  <a:srgbClr val="000000"/>
                </a:solidFill>
                <a:latin typeface="Schoolbell"/>
                <a:ea typeface="Schoolbell"/>
                <a:cs typeface="Schoolbell"/>
                <a:sym typeface="Schoolbell"/>
              </a:rPr>
              <a:t>SASWATHY B</a:t>
            </a:r>
          </a:p>
        </p:txBody>
      </p:sp>
      <p:sp>
        <p:nvSpPr>
          <p:cNvPr name="TextBox 18" id="18"/>
          <p:cNvSpPr txBox="true"/>
          <p:nvPr/>
        </p:nvSpPr>
        <p:spPr>
          <a:xfrm rot="0">
            <a:off x="4404903" y="3630735"/>
            <a:ext cx="2736175" cy="687491"/>
          </a:xfrm>
          <a:prstGeom prst="rect">
            <a:avLst/>
          </a:prstGeom>
        </p:spPr>
        <p:txBody>
          <a:bodyPr anchor="t" rtlCol="false" tIns="0" lIns="0" bIns="0" rIns="0">
            <a:spAutoFit/>
          </a:bodyPr>
          <a:lstStyle/>
          <a:p>
            <a:pPr algn="ctr">
              <a:lnSpc>
                <a:spcPts val="5681"/>
              </a:lnSpc>
              <a:spcBef>
                <a:spcPct val="0"/>
              </a:spcBef>
            </a:pPr>
            <a:r>
              <a:rPr lang="en-US" sz="4058">
                <a:solidFill>
                  <a:srgbClr val="000000"/>
                </a:solidFill>
                <a:latin typeface="Schoolbell"/>
                <a:ea typeface="Schoolbell"/>
                <a:cs typeface="Schoolbell"/>
                <a:sym typeface="Schoolbell"/>
              </a:rPr>
              <a:t>SUBHIKSHA M</a:t>
            </a:r>
          </a:p>
        </p:txBody>
      </p:sp>
      <p:sp>
        <p:nvSpPr>
          <p:cNvPr name="TextBox 19" id="19"/>
          <p:cNvSpPr txBox="true"/>
          <p:nvPr/>
        </p:nvSpPr>
        <p:spPr>
          <a:xfrm rot="0">
            <a:off x="9934525" y="3273548"/>
            <a:ext cx="4740308" cy="1401866"/>
          </a:xfrm>
          <a:prstGeom prst="rect">
            <a:avLst/>
          </a:prstGeom>
        </p:spPr>
        <p:txBody>
          <a:bodyPr anchor="t" rtlCol="false" tIns="0" lIns="0" bIns="0" rIns="0">
            <a:spAutoFit/>
          </a:bodyPr>
          <a:lstStyle/>
          <a:p>
            <a:pPr algn="ctr">
              <a:lnSpc>
                <a:spcPts val="5681"/>
              </a:lnSpc>
              <a:spcBef>
                <a:spcPct val="0"/>
              </a:spcBef>
            </a:pPr>
            <a:r>
              <a:rPr lang="en-US" sz="4058">
                <a:solidFill>
                  <a:srgbClr val="000000"/>
                </a:solidFill>
                <a:latin typeface="Schoolbell"/>
                <a:ea typeface="Schoolbell"/>
                <a:cs typeface="Schoolbell"/>
                <a:sym typeface="Schoolbell"/>
              </a:rPr>
              <a:t>THIYANA MOHANRAJ KAVITHA</a:t>
            </a:r>
          </a:p>
        </p:txBody>
      </p:sp>
      <p:sp>
        <p:nvSpPr>
          <p:cNvPr name="TextBox 20" id="20"/>
          <p:cNvSpPr txBox="true"/>
          <p:nvPr/>
        </p:nvSpPr>
        <p:spPr>
          <a:xfrm rot="0">
            <a:off x="9640921" y="6662417"/>
            <a:ext cx="5327516" cy="687491"/>
          </a:xfrm>
          <a:prstGeom prst="rect">
            <a:avLst/>
          </a:prstGeom>
        </p:spPr>
        <p:txBody>
          <a:bodyPr anchor="t" rtlCol="false" tIns="0" lIns="0" bIns="0" rIns="0">
            <a:spAutoFit/>
          </a:bodyPr>
          <a:lstStyle/>
          <a:p>
            <a:pPr algn="ctr">
              <a:lnSpc>
                <a:spcPts val="5681"/>
              </a:lnSpc>
              <a:spcBef>
                <a:spcPct val="0"/>
              </a:spcBef>
            </a:pPr>
            <a:r>
              <a:rPr lang="en-US" sz="4058">
                <a:solidFill>
                  <a:srgbClr val="000000"/>
                </a:solidFill>
                <a:latin typeface="Schoolbell"/>
                <a:ea typeface="Schoolbell"/>
                <a:cs typeface="Schoolbell"/>
                <a:sym typeface="Schoolbell"/>
              </a:rPr>
              <a:t>VARSHIKADEVI M</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Freeform 3" id="3"/>
          <p:cNvSpPr/>
          <p:nvPr/>
        </p:nvSpPr>
        <p:spPr>
          <a:xfrm flipH="false" flipV="false" rot="0">
            <a:off x="-399542" y="8261171"/>
            <a:ext cx="7315200" cy="2593571"/>
          </a:xfrm>
          <a:custGeom>
            <a:avLst/>
            <a:gdLst/>
            <a:ahLst/>
            <a:cxnLst/>
            <a:rect r="r" b="b" t="t" l="l"/>
            <a:pathLst>
              <a:path h="2593571" w="7315200">
                <a:moveTo>
                  <a:pt x="0" y="0"/>
                </a:moveTo>
                <a:lnTo>
                  <a:pt x="7315200" y="0"/>
                </a:lnTo>
                <a:lnTo>
                  <a:pt x="7315200" y="2593571"/>
                </a:lnTo>
                <a:lnTo>
                  <a:pt x="0" y="259357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true" rot="-10800000">
            <a:off x="11375659" y="7961515"/>
            <a:ext cx="7315200" cy="2593571"/>
          </a:xfrm>
          <a:custGeom>
            <a:avLst/>
            <a:gdLst/>
            <a:ahLst/>
            <a:cxnLst/>
            <a:rect r="r" b="b" t="t" l="l"/>
            <a:pathLst>
              <a:path h="2593571" w="7315200">
                <a:moveTo>
                  <a:pt x="0" y="2593570"/>
                </a:moveTo>
                <a:lnTo>
                  <a:pt x="7315200" y="2593570"/>
                </a:lnTo>
                <a:lnTo>
                  <a:pt x="7315200" y="0"/>
                </a:lnTo>
                <a:lnTo>
                  <a:pt x="0" y="0"/>
                </a:lnTo>
                <a:lnTo>
                  <a:pt x="0" y="259357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2216572" y="674641"/>
            <a:ext cx="13854857" cy="1202435"/>
          </a:xfrm>
          <a:prstGeom prst="rect">
            <a:avLst/>
          </a:prstGeom>
        </p:spPr>
        <p:txBody>
          <a:bodyPr anchor="t" rtlCol="false" tIns="0" lIns="0" bIns="0" rIns="0">
            <a:spAutoFit/>
          </a:bodyPr>
          <a:lstStyle/>
          <a:p>
            <a:pPr algn="ctr">
              <a:lnSpc>
                <a:spcPts val="9849"/>
              </a:lnSpc>
              <a:spcBef>
                <a:spcPct val="0"/>
              </a:spcBef>
            </a:pPr>
            <a:r>
              <a:rPr lang="en-US" sz="7035">
                <a:solidFill>
                  <a:srgbClr val="545C9E"/>
                </a:solidFill>
                <a:latin typeface="Le Petit Cochon"/>
                <a:ea typeface="Le Petit Cochon"/>
                <a:cs typeface="Le Petit Cochon"/>
                <a:sym typeface="Le Petit Cochon"/>
              </a:rPr>
              <a:t>PROBLEM STATEMENT</a:t>
            </a:r>
          </a:p>
        </p:txBody>
      </p:sp>
      <p:sp>
        <p:nvSpPr>
          <p:cNvPr name="Freeform 6" id="6"/>
          <p:cNvSpPr/>
          <p:nvPr/>
        </p:nvSpPr>
        <p:spPr>
          <a:xfrm flipH="false" flipV="false" rot="-10800000">
            <a:off x="13723617" y="-716495"/>
            <a:ext cx="7315200" cy="2593571"/>
          </a:xfrm>
          <a:custGeom>
            <a:avLst/>
            <a:gdLst/>
            <a:ahLst/>
            <a:cxnLst/>
            <a:rect r="r" b="b" t="t" l="l"/>
            <a:pathLst>
              <a:path h="2593571" w="7315200">
                <a:moveTo>
                  <a:pt x="0" y="0"/>
                </a:moveTo>
                <a:lnTo>
                  <a:pt x="7315200" y="0"/>
                </a:lnTo>
                <a:lnTo>
                  <a:pt x="7315200" y="2593571"/>
                </a:lnTo>
                <a:lnTo>
                  <a:pt x="0" y="259357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true" flipV="false" rot="-10800000">
            <a:off x="-2750817" y="-716495"/>
            <a:ext cx="7315200" cy="2593571"/>
          </a:xfrm>
          <a:custGeom>
            <a:avLst/>
            <a:gdLst/>
            <a:ahLst/>
            <a:cxnLst/>
            <a:rect r="r" b="b" t="t" l="l"/>
            <a:pathLst>
              <a:path h="2593571" w="7315200">
                <a:moveTo>
                  <a:pt x="7315200" y="0"/>
                </a:moveTo>
                <a:lnTo>
                  <a:pt x="0" y="0"/>
                </a:lnTo>
                <a:lnTo>
                  <a:pt x="0" y="2593571"/>
                </a:lnTo>
                <a:lnTo>
                  <a:pt x="7315200" y="2593571"/>
                </a:lnTo>
                <a:lnTo>
                  <a:pt x="731520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2491312" y="2190737"/>
            <a:ext cx="13305376" cy="4789496"/>
          </a:xfrm>
          <a:prstGeom prst="rect">
            <a:avLst/>
          </a:prstGeom>
        </p:spPr>
        <p:txBody>
          <a:bodyPr anchor="t" rtlCol="false" tIns="0" lIns="0" bIns="0" rIns="0">
            <a:spAutoFit/>
          </a:bodyPr>
          <a:lstStyle/>
          <a:p>
            <a:pPr algn="ctr">
              <a:lnSpc>
                <a:spcPts val="6349"/>
              </a:lnSpc>
              <a:spcBef>
                <a:spcPct val="0"/>
              </a:spcBef>
            </a:pPr>
            <a:r>
              <a:rPr lang="en-US" sz="4535">
                <a:solidFill>
                  <a:srgbClr val="545C9E"/>
                </a:solidFill>
                <a:latin typeface="Schoolbell"/>
                <a:ea typeface="Schoolbell"/>
                <a:cs typeface="Schoolbell"/>
                <a:sym typeface="Schoolbell"/>
              </a:rPr>
              <a:t>Students often face difficulties in reporting hostel complaints and tracking their status. Complaints reported verbally or on paper may be forgotten, delayed, or misplaced. Hostel management also struggles to prioritize complaints and coordinate with maintenance staff efficiently.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1102434" y="2704902"/>
            <a:ext cx="5718856" cy="1343601"/>
            <a:chOff x="0" y="0"/>
            <a:chExt cx="12954000" cy="6359775"/>
          </a:xfrm>
        </p:grpSpPr>
        <p:sp>
          <p:nvSpPr>
            <p:cNvPr name="Freeform 4" id="4"/>
            <p:cNvSpPr/>
            <p:nvPr/>
          </p:nvSpPr>
          <p:spPr>
            <a:xfrm flipH="false" flipV="false" rot="0">
              <a:off x="0" y="4888"/>
              <a:ext cx="27069520" cy="6354688"/>
            </a:xfrm>
            <a:custGeom>
              <a:avLst/>
              <a:gdLst/>
              <a:ahLst/>
              <a:cxnLst/>
              <a:rect r="r" b="b" t="t" l="l"/>
              <a:pathLst>
                <a:path h="6354688" w="27069520">
                  <a:moveTo>
                    <a:pt x="0" y="0"/>
                  </a:moveTo>
                  <a:lnTo>
                    <a:pt x="0" y="5668888"/>
                  </a:lnTo>
                  <a:cubicBezTo>
                    <a:pt x="226715" y="5668888"/>
                    <a:pt x="339402" y="5812073"/>
                    <a:pt x="469887" y="5977867"/>
                  </a:cubicBezTo>
                  <a:cubicBezTo>
                    <a:pt x="608905" y="6154502"/>
                    <a:pt x="766453" y="6354688"/>
                    <a:pt x="1079487" y="6354688"/>
                  </a:cubicBezTo>
                  <a:cubicBezTo>
                    <a:pt x="1392522" y="6354688"/>
                    <a:pt x="1550057" y="6154489"/>
                    <a:pt x="1689062" y="5977867"/>
                  </a:cubicBezTo>
                  <a:cubicBezTo>
                    <a:pt x="1819534" y="5812073"/>
                    <a:pt x="1932223" y="5668888"/>
                    <a:pt x="2158912" y="5668888"/>
                  </a:cubicBezTo>
                  <a:cubicBezTo>
                    <a:pt x="2385602" y="5668888"/>
                    <a:pt x="2498302" y="5812073"/>
                    <a:pt x="2628787" y="5977867"/>
                  </a:cubicBezTo>
                  <a:cubicBezTo>
                    <a:pt x="2767792" y="6154502"/>
                    <a:pt x="2925352" y="6354688"/>
                    <a:pt x="3238387" y="6354688"/>
                  </a:cubicBezTo>
                  <a:cubicBezTo>
                    <a:pt x="3551422" y="6354688"/>
                    <a:pt x="3708982" y="6154489"/>
                    <a:pt x="3848000" y="5977867"/>
                  </a:cubicBezTo>
                  <a:cubicBezTo>
                    <a:pt x="3978485" y="5812073"/>
                    <a:pt x="4091173" y="5668888"/>
                    <a:pt x="4317874" y="5668888"/>
                  </a:cubicBezTo>
                  <a:cubicBezTo>
                    <a:pt x="5285251" y="5668888"/>
                    <a:pt x="5766317" y="5812073"/>
                    <a:pt x="6323356" y="5977867"/>
                  </a:cubicBezTo>
                  <a:cubicBezTo>
                    <a:pt x="6916769" y="6154502"/>
                    <a:pt x="7589393" y="6354688"/>
                    <a:pt x="8925682" y="6354688"/>
                  </a:cubicBezTo>
                  <a:cubicBezTo>
                    <a:pt x="10261971" y="6354688"/>
                    <a:pt x="10934702" y="6154489"/>
                    <a:pt x="11528169" y="5977867"/>
                  </a:cubicBezTo>
                  <a:cubicBezTo>
                    <a:pt x="12085209" y="5812073"/>
                    <a:pt x="12566274" y="5668888"/>
                    <a:pt x="13534115" y="5668888"/>
                  </a:cubicBezTo>
                  <a:cubicBezTo>
                    <a:pt x="14501957" y="5668888"/>
                    <a:pt x="14983023" y="5812073"/>
                    <a:pt x="15540064" y="5977867"/>
                  </a:cubicBezTo>
                  <a:cubicBezTo>
                    <a:pt x="16133530" y="6154502"/>
                    <a:pt x="16806097" y="6354688"/>
                    <a:pt x="18142443" y="6354688"/>
                  </a:cubicBezTo>
                  <a:cubicBezTo>
                    <a:pt x="19478785" y="6354688"/>
                    <a:pt x="20151461" y="6154489"/>
                    <a:pt x="20744931" y="5977867"/>
                  </a:cubicBezTo>
                  <a:cubicBezTo>
                    <a:pt x="21301968" y="5812073"/>
                    <a:pt x="21783035" y="5668888"/>
                    <a:pt x="22750876" y="5668888"/>
                  </a:cubicBezTo>
                  <a:cubicBezTo>
                    <a:pt x="22978084" y="5668888"/>
                    <a:pt x="23090760" y="5812073"/>
                    <a:pt x="23221245" y="5977867"/>
                  </a:cubicBezTo>
                  <a:cubicBezTo>
                    <a:pt x="23360262" y="6154489"/>
                    <a:pt x="23517822" y="6354688"/>
                    <a:pt x="23830857" y="6354688"/>
                  </a:cubicBezTo>
                  <a:cubicBezTo>
                    <a:pt x="24143894" y="6354688"/>
                    <a:pt x="24301464" y="6154502"/>
                    <a:pt x="24440483" y="5977867"/>
                  </a:cubicBezTo>
                  <a:cubicBezTo>
                    <a:pt x="24570967" y="5812073"/>
                    <a:pt x="24683667" y="5668888"/>
                    <a:pt x="24910383" y="5668888"/>
                  </a:cubicBezTo>
                  <a:cubicBezTo>
                    <a:pt x="25137098" y="5668888"/>
                    <a:pt x="25249811" y="5812073"/>
                    <a:pt x="25380296" y="5977867"/>
                  </a:cubicBezTo>
                  <a:cubicBezTo>
                    <a:pt x="25519314" y="6154489"/>
                    <a:pt x="25676885" y="6354688"/>
                    <a:pt x="25989945" y="6354688"/>
                  </a:cubicBezTo>
                  <a:cubicBezTo>
                    <a:pt x="26303005" y="6354688"/>
                    <a:pt x="26460565" y="6154502"/>
                    <a:pt x="26599595" y="5977867"/>
                  </a:cubicBezTo>
                  <a:cubicBezTo>
                    <a:pt x="26730092" y="5812073"/>
                    <a:pt x="26842793" y="5668888"/>
                    <a:pt x="27069520" y="5668888"/>
                  </a:cubicBezTo>
                  <a:lnTo>
                    <a:pt x="27069520" y="0"/>
                  </a:lnTo>
                  <a:lnTo>
                    <a:pt x="0" y="0"/>
                  </a:lnTo>
                  <a:close/>
                </a:path>
              </a:pathLst>
            </a:custGeom>
            <a:solidFill>
              <a:srgbClr val="ABA5DE"/>
            </a:solidFill>
          </p:spPr>
        </p:sp>
      </p:grpSp>
      <p:grpSp>
        <p:nvGrpSpPr>
          <p:cNvPr name="Group 5" id="5"/>
          <p:cNvGrpSpPr/>
          <p:nvPr/>
        </p:nvGrpSpPr>
        <p:grpSpPr>
          <a:xfrm rot="0">
            <a:off x="1102434" y="5430184"/>
            <a:ext cx="5718856" cy="1343601"/>
            <a:chOff x="0" y="0"/>
            <a:chExt cx="12954000" cy="6359775"/>
          </a:xfrm>
        </p:grpSpPr>
        <p:sp>
          <p:nvSpPr>
            <p:cNvPr name="Freeform 6" id="6"/>
            <p:cNvSpPr/>
            <p:nvPr/>
          </p:nvSpPr>
          <p:spPr>
            <a:xfrm flipH="false" flipV="false" rot="0">
              <a:off x="0" y="4888"/>
              <a:ext cx="27069520" cy="6354688"/>
            </a:xfrm>
            <a:custGeom>
              <a:avLst/>
              <a:gdLst/>
              <a:ahLst/>
              <a:cxnLst/>
              <a:rect r="r" b="b" t="t" l="l"/>
              <a:pathLst>
                <a:path h="6354688" w="27069520">
                  <a:moveTo>
                    <a:pt x="0" y="0"/>
                  </a:moveTo>
                  <a:lnTo>
                    <a:pt x="0" y="5668888"/>
                  </a:lnTo>
                  <a:cubicBezTo>
                    <a:pt x="226715" y="5668888"/>
                    <a:pt x="339402" y="5812073"/>
                    <a:pt x="469887" y="5977867"/>
                  </a:cubicBezTo>
                  <a:cubicBezTo>
                    <a:pt x="608905" y="6154502"/>
                    <a:pt x="766453" y="6354688"/>
                    <a:pt x="1079487" y="6354688"/>
                  </a:cubicBezTo>
                  <a:cubicBezTo>
                    <a:pt x="1392522" y="6354688"/>
                    <a:pt x="1550057" y="6154489"/>
                    <a:pt x="1689062" y="5977867"/>
                  </a:cubicBezTo>
                  <a:cubicBezTo>
                    <a:pt x="1819534" y="5812073"/>
                    <a:pt x="1932223" y="5668888"/>
                    <a:pt x="2158912" y="5668888"/>
                  </a:cubicBezTo>
                  <a:cubicBezTo>
                    <a:pt x="2385602" y="5668888"/>
                    <a:pt x="2498302" y="5812073"/>
                    <a:pt x="2628787" y="5977867"/>
                  </a:cubicBezTo>
                  <a:cubicBezTo>
                    <a:pt x="2767792" y="6154502"/>
                    <a:pt x="2925352" y="6354688"/>
                    <a:pt x="3238387" y="6354688"/>
                  </a:cubicBezTo>
                  <a:cubicBezTo>
                    <a:pt x="3551422" y="6354688"/>
                    <a:pt x="3708982" y="6154489"/>
                    <a:pt x="3848000" y="5977867"/>
                  </a:cubicBezTo>
                  <a:cubicBezTo>
                    <a:pt x="3978485" y="5812073"/>
                    <a:pt x="4091173" y="5668888"/>
                    <a:pt x="4317874" y="5668888"/>
                  </a:cubicBezTo>
                  <a:cubicBezTo>
                    <a:pt x="5285251" y="5668888"/>
                    <a:pt x="5766317" y="5812073"/>
                    <a:pt x="6323356" y="5977867"/>
                  </a:cubicBezTo>
                  <a:cubicBezTo>
                    <a:pt x="6916769" y="6154502"/>
                    <a:pt x="7589393" y="6354688"/>
                    <a:pt x="8925682" y="6354688"/>
                  </a:cubicBezTo>
                  <a:cubicBezTo>
                    <a:pt x="10261971" y="6354688"/>
                    <a:pt x="10934702" y="6154489"/>
                    <a:pt x="11528169" y="5977867"/>
                  </a:cubicBezTo>
                  <a:cubicBezTo>
                    <a:pt x="12085209" y="5812073"/>
                    <a:pt x="12566274" y="5668888"/>
                    <a:pt x="13534115" y="5668888"/>
                  </a:cubicBezTo>
                  <a:cubicBezTo>
                    <a:pt x="14501957" y="5668888"/>
                    <a:pt x="14983023" y="5812073"/>
                    <a:pt x="15540064" y="5977867"/>
                  </a:cubicBezTo>
                  <a:cubicBezTo>
                    <a:pt x="16133530" y="6154502"/>
                    <a:pt x="16806097" y="6354688"/>
                    <a:pt x="18142443" y="6354688"/>
                  </a:cubicBezTo>
                  <a:cubicBezTo>
                    <a:pt x="19478785" y="6354688"/>
                    <a:pt x="20151461" y="6154489"/>
                    <a:pt x="20744931" y="5977867"/>
                  </a:cubicBezTo>
                  <a:cubicBezTo>
                    <a:pt x="21301968" y="5812073"/>
                    <a:pt x="21783035" y="5668888"/>
                    <a:pt x="22750876" y="5668888"/>
                  </a:cubicBezTo>
                  <a:cubicBezTo>
                    <a:pt x="22978084" y="5668888"/>
                    <a:pt x="23090760" y="5812073"/>
                    <a:pt x="23221245" y="5977867"/>
                  </a:cubicBezTo>
                  <a:cubicBezTo>
                    <a:pt x="23360262" y="6154489"/>
                    <a:pt x="23517822" y="6354688"/>
                    <a:pt x="23830857" y="6354688"/>
                  </a:cubicBezTo>
                  <a:cubicBezTo>
                    <a:pt x="24143894" y="6354688"/>
                    <a:pt x="24301464" y="6154502"/>
                    <a:pt x="24440483" y="5977867"/>
                  </a:cubicBezTo>
                  <a:cubicBezTo>
                    <a:pt x="24570967" y="5812073"/>
                    <a:pt x="24683667" y="5668888"/>
                    <a:pt x="24910383" y="5668888"/>
                  </a:cubicBezTo>
                  <a:cubicBezTo>
                    <a:pt x="25137098" y="5668888"/>
                    <a:pt x="25249811" y="5812073"/>
                    <a:pt x="25380296" y="5977867"/>
                  </a:cubicBezTo>
                  <a:cubicBezTo>
                    <a:pt x="25519314" y="6154489"/>
                    <a:pt x="25676885" y="6354688"/>
                    <a:pt x="25989945" y="6354688"/>
                  </a:cubicBezTo>
                  <a:cubicBezTo>
                    <a:pt x="26303005" y="6354688"/>
                    <a:pt x="26460565" y="6154502"/>
                    <a:pt x="26599595" y="5977867"/>
                  </a:cubicBezTo>
                  <a:cubicBezTo>
                    <a:pt x="26730092" y="5812073"/>
                    <a:pt x="26842793" y="5668888"/>
                    <a:pt x="27069520" y="5668888"/>
                  </a:cubicBezTo>
                  <a:lnTo>
                    <a:pt x="27069520" y="0"/>
                  </a:lnTo>
                  <a:lnTo>
                    <a:pt x="0" y="0"/>
                  </a:lnTo>
                  <a:close/>
                </a:path>
              </a:pathLst>
            </a:custGeom>
            <a:solidFill>
              <a:srgbClr val="ABA5DE"/>
            </a:solidFill>
          </p:spPr>
        </p:sp>
      </p:grpSp>
      <p:grpSp>
        <p:nvGrpSpPr>
          <p:cNvPr name="Group 7" id="7"/>
          <p:cNvGrpSpPr/>
          <p:nvPr/>
        </p:nvGrpSpPr>
        <p:grpSpPr>
          <a:xfrm rot="0">
            <a:off x="1102434" y="8250160"/>
            <a:ext cx="5718856" cy="1343601"/>
            <a:chOff x="0" y="0"/>
            <a:chExt cx="12954000" cy="6359775"/>
          </a:xfrm>
        </p:grpSpPr>
        <p:sp>
          <p:nvSpPr>
            <p:cNvPr name="Freeform 8" id="8"/>
            <p:cNvSpPr/>
            <p:nvPr/>
          </p:nvSpPr>
          <p:spPr>
            <a:xfrm flipH="false" flipV="false" rot="0">
              <a:off x="0" y="4888"/>
              <a:ext cx="27069520" cy="6354688"/>
            </a:xfrm>
            <a:custGeom>
              <a:avLst/>
              <a:gdLst/>
              <a:ahLst/>
              <a:cxnLst/>
              <a:rect r="r" b="b" t="t" l="l"/>
              <a:pathLst>
                <a:path h="6354688" w="27069520">
                  <a:moveTo>
                    <a:pt x="0" y="0"/>
                  </a:moveTo>
                  <a:lnTo>
                    <a:pt x="0" y="5668888"/>
                  </a:lnTo>
                  <a:cubicBezTo>
                    <a:pt x="226715" y="5668888"/>
                    <a:pt x="339402" y="5812073"/>
                    <a:pt x="469887" y="5977867"/>
                  </a:cubicBezTo>
                  <a:cubicBezTo>
                    <a:pt x="608905" y="6154502"/>
                    <a:pt x="766453" y="6354688"/>
                    <a:pt x="1079487" y="6354688"/>
                  </a:cubicBezTo>
                  <a:cubicBezTo>
                    <a:pt x="1392522" y="6354688"/>
                    <a:pt x="1550057" y="6154489"/>
                    <a:pt x="1689062" y="5977867"/>
                  </a:cubicBezTo>
                  <a:cubicBezTo>
                    <a:pt x="1819534" y="5812073"/>
                    <a:pt x="1932223" y="5668888"/>
                    <a:pt x="2158912" y="5668888"/>
                  </a:cubicBezTo>
                  <a:cubicBezTo>
                    <a:pt x="2385602" y="5668888"/>
                    <a:pt x="2498302" y="5812073"/>
                    <a:pt x="2628787" y="5977867"/>
                  </a:cubicBezTo>
                  <a:cubicBezTo>
                    <a:pt x="2767792" y="6154502"/>
                    <a:pt x="2925352" y="6354688"/>
                    <a:pt x="3238387" y="6354688"/>
                  </a:cubicBezTo>
                  <a:cubicBezTo>
                    <a:pt x="3551422" y="6354688"/>
                    <a:pt x="3708982" y="6154489"/>
                    <a:pt x="3848000" y="5977867"/>
                  </a:cubicBezTo>
                  <a:cubicBezTo>
                    <a:pt x="3978485" y="5812073"/>
                    <a:pt x="4091173" y="5668888"/>
                    <a:pt x="4317874" y="5668888"/>
                  </a:cubicBezTo>
                  <a:cubicBezTo>
                    <a:pt x="5285251" y="5668888"/>
                    <a:pt x="5766317" y="5812073"/>
                    <a:pt x="6323356" y="5977867"/>
                  </a:cubicBezTo>
                  <a:cubicBezTo>
                    <a:pt x="6916769" y="6154502"/>
                    <a:pt x="7589393" y="6354688"/>
                    <a:pt x="8925682" y="6354688"/>
                  </a:cubicBezTo>
                  <a:cubicBezTo>
                    <a:pt x="10261971" y="6354688"/>
                    <a:pt x="10934702" y="6154489"/>
                    <a:pt x="11528169" y="5977867"/>
                  </a:cubicBezTo>
                  <a:cubicBezTo>
                    <a:pt x="12085209" y="5812073"/>
                    <a:pt x="12566274" y="5668888"/>
                    <a:pt x="13534115" y="5668888"/>
                  </a:cubicBezTo>
                  <a:cubicBezTo>
                    <a:pt x="14501957" y="5668888"/>
                    <a:pt x="14983023" y="5812073"/>
                    <a:pt x="15540064" y="5977867"/>
                  </a:cubicBezTo>
                  <a:cubicBezTo>
                    <a:pt x="16133530" y="6154502"/>
                    <a:pt x="16806097" y="6354688"/>
                    <a:pt x="18142443" y="6354688"/>
                  </a:cubicBezTo>
                  <a:cubicBezTo>
                    <a:pt x="19478785" y="6354688"/>
                    <a:pt x="20151461" y="6154489"/>
                    <a:pt x="20744931" y="5977867"/>
                  </a:cubicBezTo>
                  <a:cubicBezTo>
                    <a:pt x="21301968" y="5812073"/>
                    <a:pt x="21783035" y="5668888"/>
                    <a:pt x="22750876" y="5668888"/>
                  </a:cubicBezTo>
                  <a:cubicBezTo>
                    <a:pt x="22978084" y="5668888"/>
                    <a:pt x="23090760" y="5812073"/>
                    <a:pt x="23221245" y="5977867"/>
                  </a:cubicBezTo>
                  <a:cubicBezTo>
                    <a:pt x="23360262" y="6154489"/>
                    <a:pt x="23517822" y="6354688"/>
                    <a:pt x="23830857" y="6354688"/>
                  </a:cubicBezTo>
                  <a:cubicBezTo>
                    <a:pt x="24143894" y="6354688"/>
                    <a:pt x="24301464" y="6154502"/>
                    <a:pt x="24440483" y="5977867"/>
                  </a:cubicBezTo>
                  <a:cubicBezTo>
                    <a:pt x="24570967" y="5812073"/>
                    <a:pt x="24683667" y="5668888"/>
                    <a:pt x="24910383" y="5668888"/>
                  </a:cubicBezTo>
                  <a:cubicBezTo>
                    <a:pt x="25137098" y="5668888"/>
                    <a:pt x="25249811" y="5812073"/>
                    <a:pt x="25380296" y="5977867"/>
                  </a:cubicBezTo>
                  <a:cubicBezTo>
                    <a:pt x="25519314" y="6154489"/>
                    <a:pt x="25676885" y="6354688"/>
                    <a:pt x="25989945" y="6354688"/>
                  </a:cubicBezTo>
                  <a:cubicBezTo>
                    <a:pt x="26303005" y="6354688"/>
                    <a:pt x="26460565" y="6154502"/>
                    <a:pt x="26599595" y="5977867"/>
                  </a:cubicBezTo>
                  <a:cubicBezTo>
                    <a:pt x="26730092" y="5812073"/>
                    <a:pt x="26842793" y="5668888"/>
                    <a:pt x="27069520" y="5668888"/>
                  </a:cubicBezTo>
                  <a:lnTo>
                    <a:pt x="27069520" y="0"/>
                  </a:lnTo>
                  <a:lnTo>
                    <a:pt x="0" y="0"/>
                  </a:lnTo>
                  <a:close/>
                </a:path>
              </a:pathLst>
            </a:custGeom>
            <a:solidFill>
              <a:srgbClr val="ABA5DE"/>
            </a:solidFill>
          </p:spPr>
        </p:sp>
      </p:grpSp>
      <p:sp>
        <p:nvSpPr>
          <p:cNvPr name="TextBox 9" id="9"/>
          <p:cNvSpPr txBox="true"/>
          <p:nvPr/>
        </p:nvSpPr>
        <p:spPr>
          <a:xfrm rot="0">
            <a:off x="2216572" y="-8171"/>
            <a:ext cx="13854857" cy="895729"/>
          </a:xfrm>
          <a:prstGeom prst="rect">
            <a:avLst/>
          </a:prstGeom>
        </p:spPr>
        <p:txBody>
          <a:bodyPr anchor="t" rtlCol="false" tIns="0" lIns="0" bIns="0" rIns="0">
            <a:spAutoFit/>
          </a:bodyPr>
          <a:lstStyle/>
          <a:p>
            <a:pPr algn="ctr">
              <a:lnSpc>
                <a:spcPts val="7329"/>
              </a:lnSpc>
              <a:spcBef>
                <a:spcPct val="0"/>
              </a:spcBef>
            </a:pPr>
            <a:r>
              <a:rPr lang="en-US" sz="5235">
                <a:solidFill>
                  <a:srgbClr val="545C9E"/>
                </a:solidFill>
                <a:latin typeface="Le Petit Cochon"/>
                <a:ea typeface="Le Petit Cochon"/>
                <a:cs typeface="Le Petit Cochon"/>
                <a:sym typeface="Le Petit Cochon"/>
              </a:rPr>
              <a:t>PROPOSED SOLUTION</a:t>
            </a:r>
          </a:p>
        </p:txBody>
      </p:sp>
      <p:grpSp>
        <p:nvGrpSpPr>
          <p:cNvPr name="Group 10" id="10"/>
          <p:cNvGrpSpPr/>
          <p:nvPr/>
        </p:nvGrpSpPr>
        <p:grpSpPr>
          <a:xfrm rot="0">
            <a:off x="10688794" y="2487070"/>
            <a:ext cx="5718856" cy="1343601"/>
            <a:chOff x="0" y="0"/>
            <a:chExt cx="12954000" cy="6359775"/>
          </a:xfrm>
        </p:grpSpPr>
        <p:sp>
          <p:nvSpPr>
            <p:cNvPr name="Freeform 11" id="11"/>
            <p:cNvSpPr/>
            <p:nvPr/>
          </p:nvSpPr>
          <p:spPr>
            <a:xfrm flipH="false" flipV="false" rot="0">
              <a:off x="0" y="4888"/>
              <a:ext cx="27069520" cy="6354688"/>
            </a:xfrm>
            <a:custGeom>
              <a:avLst/>
              <a:gdLst/>
              <a:ahLst/>
              <a:cxnLst/>
              <a:rect r="r" b="b" t="t" l="l"/>
              <a:pathLst>
                <a:path h="6354688" w="27069520">
                  <a:moveTo>
                    <a:pt x="0" y="0"/>
                  </a:moveTo>
                  <a:lnTo>
                    <a:pt x="0" y="5668888"/>
                  </a:lnTo>
                  <a:cubicBezTo>
                    <a:pt x="226715" y="5668888"/>
                    <a:pt x="339402" y="5812073"/>
                    <a:pt x="469887" y="5977867"/>
                  </a:cubicBezTo>
                  <a:cubicBezTo>
                    <a:pt x="608905" y="6154502"/>
                    <a:pt x="766453" y="6354688"/>
                    <a:pt x="1079487" y="6354688"/>
                  </a:cubicBezTo>
                  <a:cubicBezTo>
                    <a:pt x="1392522" y="6354688"/>
                    <a:pt x="1550057" y="6154489"/>
                    <a:pt x="1689062" y="5977867"/>
                  </a:cubicBezTo>
                  <a:cubicBezTo>
                    <a:pt x="1819534" y="5812073"/>
                    <a:pt x="1932223" y="5668888"/>
                    <a:pt x="2158912" y="5668888"/>
                  </a:cubicBezTo>
                  <a:cubicBezTo>
                    <a:pt x="2385602" y="5668888"/>
                    <a:pt x="2498302" y="5812073"/>
                    <a:pt x="2628787" y="5977867"/>
                  </a:cubicBezTo>
                  <a:cubicBezTo>
                    <a:pt x="2767792" y="6154502"/>
                    <a:pt x="2925352" y="6354688"/>
                    <a:pt x="3238387" y="6354688"/>
                  </a:cubicBezTo>
                  <a:cubicBezTo>
                    <a:pt x="3551422" y="6354688"/>
                    <a:pt x="3708982" y="6154489"/>
                    <a:pt x="3848000" y="5977867"/>
                  </a:cubicBezTo>
                  <a:cubicBezTo>
                    <a:pt x="3978485" y="5812073"/>
                    <a:pt x="4091173" y="5668888"/>
                    <a:pt x="4317874" y="5668888"/>
                  </a:cubicBezTo>
                  <a:cubicBezTo>
                    <a:pt x="5285251" y="5668888"/>
                    <a:pt x="5766317" y="5812073"/>
                    <a:pt x="6323356" y="5977867"/>
                  </a:cubicBezTo>
                  <a:cubicBezTo>
                    <a:pt x="6916769" y="6154502"/>
                    <a:pt x="7589393" y="6354688"/>
                    <a:pt x="8925682" y="6354688"/>
                  </a:cubicBezTo>
                  <a:cubicBezTo>
                    <a:pt x="10261971" y="6354688"/>
                    <a:pt x="10934702" y="6154489"/>
                    <a:pt x="11528169" y="5977867"/>
                  </a:cubicBezTo>
                  <a:cubicBezTo>
                    <a:pt x="12085209" y="5812073"/>
                    <a:pt x="12566274" y="5668888"/>
                    <a:pt x="13534115" y="5668888"/>
                  </a:cubicBezTo>
                  <a:cubicBezTo>
                    <a:pt x="14501957" y="5668888"/>
                    <a:pt x="14983023" y="5812073"/>
                    <a:pt x="15540064" y="5977867"/>
                  </a:cubicBezTo>
                  <a:cubicBezTo>
                    <a:pt x="16133530" y="6154502"/>
                    <a:pt x="16806097" y="6354688"/>
                    <a:pt x="18142443" y="6354688"/>
                  </a:cubicBezTo>
                  <a:cubicBezTo>
                    <a:pt x="19478785" y="6354688"/>
                    <a:pt x="20151461" y="6154489"/>
                    <a:pt x="20744931" y="5977867"/>
                  </a:cubicBezTo>
                  <a:cubicBezTo>
                    <a:pt x="21301968" y="5812073"/>
                    <a:pt x="21783035" y="5668888"/>
                    <a:pt x="22750876" y="5668888"/>
                  </a:cubicBezTo>
                  <a:cubicBezTo>
                    <a:pt x="22978084" y="5668888"/>
                    <a:pt x="23090760" y="5812073"/>
                    <a:pt x="23221245" y="5977867"/>
                  </a:cubicBezTo>
                  <a:cubicBezTo>
                    <a:pt x="23360262" y="6154489"/>
                    <a:pt x="23517822" y="6354688"/>
                    <a:pt x="23830857" y="6354688"/>
                  </a:cubicBezTo>
                  <a:cubicBezTo>
                    <a:pt x="24143894" y="6354688"/>
                    <a:pt x="24301464" y="6154502"/>
                    <a:pt x="24440483" y="5977867"/>
                  </a:cubicBezTo>
                  <a:cubicBezTo>
                    <a:pt x="24570967" y="5812073"/>
                    <a:pt x="24683667" y="5668888"/>
                    <a:pt x="24910383" y="5668888"/>
                  </a:cubicBezTo>
                  <a:cubicBezTo>
                    <a:pt x="25137098" y="5668888"/>
                    <a:pt x="25249811" y="5812073"/>
                    <a:pt x="25380296" y="5977867"/>
                  </a:cubicBezTo>
                  <a:cubicBezTo>
                    <a:pt x="25519314" y="6154489"/>
                    <a:pt x="25676885" y="6354688"/>
                    <a:pt x="25989945" y="6354688"/>
                  </a:cubicBezTo>
                  <a:cubicBezTo>
                    <a:pt x="26303005" y="6354688"/>
                    <a:pt x="26460565" y="6154502"/>
                    <a:pt x="26599595" y="5977867"/>
                  </a:cubicBezTo>
                  <a:cubicBezTo>
                    <a:pt x="26730092" y="5812073"/>
                    <a:pt x="26842793" y="5668888"/>
                    <a:pt x="27069520" y="5668888"/>
                  </a:cubicBezTo>
                  <a:lnTo>
                    <a:pt x="27069520" y="0"/>
                  </a:lnTo>
                  <a:lnTo>
                    <a:pt x="0" y="0"/>
                  </a:lnTo>
                  <a:close/>
                </a:path>
              </a:pathLst>
            </a:custGeom>
            <a:solidFill>
              <a:srgbClr val="ABA5DE"/>
            </a:solidFill>
          </p:spPr>
        </p:sp>
      </p:grpSp>
      <p:grpSp>
        <p:nvGrpSpPr>
          <p:cNvPr name="Group 12" id="12"/>
          <p:cNvGrpSpPr/>
          <p:nvPr/>
        </p:nvGrpSpPr>
        <p:grpSpPr>
          <a:xfrm rot="0">
            <a:off x="10819285" y="5430184"/>
            <a:ext cx="5718856" cy="1343601"/>
            <a:chOff x="0" y="0"/>
            <a:chExt cx="12954000" cy="6359775"/>
          </a:xfrm>
        </p:grpSpPr>
        <p:sp>
          <p:nvSpPr>
            <p:cNvPr name="Freeform 13" id="13"/>
            <p:cNvSpPr/>
            <p:nvPr/>
          </p:nvSpPr>
          <p:spPr>
            <a:xfrm flipH="false" flipV="false" rot="0">
              <a:off x="0" y="4888"/>
              <a:ext cx="27069520" cy="6354688"/>
            </a:xfrm>
            <a:custGeom>
              <a:avLst/>
              <a:gdLst/>
              <a:ahLst/>
              <a:cxnLst/>
              <a:rect r="r" b="b" t="t" l="l"/>
              <a:pathLst>
                <a:path h="6354688" w="27069520">
                  <a:moveTo>
                    <a:pt x="0" y="0"/>
                  </a:moveTo>
                  <a:lnTo>
                    <a:pt x="0" y="5668888"/>
                  </a:lnTo>
                  <a:cubicBezTo>
                    <a:pt x="226715" y="5668888"/>
                    <a:pt x="339402" y="5812073"/>
                    <a:pt x="469887" y="5977867"/>
                  </a:cubicBezTo>
                  <a:cubicBezTo>
                    <a:pt x="608905" y="6154502"/>
                    <a:pt x="766453" y="6354688"/>
                    <a:pt x="1079487" y="6354688"/>
                  </a:cubicBezTo>
                  <a:cubicBezTo>
                    <a:pt x="1392522" y="6354688"/>
                    <a:pt x="1550057" y="6154489"/>
                    <a:pt x="1689062" y="5977867"/>
                  </a:cubicBezTo>
                  <a:cubicBezTo>
                    <a:pt x="1819534" y="5812073"/>
                    <a:pt x="1932223" y="5668888"/>
                    <a:pt x="2158912" y="5668888"/>
                  </a:cubicBezTo>
                  <a:cubicBezTo>
                    <a:pt x="2385602" y="5668888"/>
                    <a:pt x="2498302" y="5812073"/>
                    <a:pt x="2628787" y="5977867"/>
                  </a:cubicBezTo>
                  <a:cubicBezTo>
                    <a:pt x="2767792" y="6154502"/>
                    <a:pt x="2925352" y="6354688"/>
                    <a:pt x="3238387" y="6354688"/>
                  </a:cubicBezTo>
                  <a:cubicBezTo>
                    <a:pt x="3551422" y="6354688"/>
                    <a:pt x="3708982" y="6154489"/>
                    <a:pt x="3848000" y="5977867"/>
                  </a:cubicBezTo>
                  <a:cubicBezTo>
                    <a:pt x="3978485" y="5812073"/>
                    <a:pt x="4091173" y="5668888"/>
                    <a:pt x="4317874" y="5668888"/>
                  </a:cubicBezTo>
                  <a:cubicBezTo>
                    <a:pt x="5285251" y="5668888"/>
                    <a:pt x="5766317" y="5812073"/>
                    <a:pt x="6323356" y="5977867"/>
                  </a:cubicBezTo>
                  <a:cubicBezTo>
                    <a:pt x="6916769" y="6154502"/>
                    <a:pt x="7589393" y="6354688"/>
                    <a:pt x="8925682" y="6354688"/>
                  </a:cubicBezTo>
                  <a:cubicBezTo>
                    <a:pt x="10261971" y="6354688"/>
                    <a:pt x="10934702" y="6154489"/>
                    <a:pt x="11528169" y="5977867"/>
                  </a:cubicBezTo>
                  <a:cubicBezTo>
                    <a:pt x="12085209" y="5812073"/>
                    <a:pt x="12566274" y="5668888"/>
                    <a:pt x="13534115" y="5668888"/>
                  </a:cubicBezTo>
                  <a:cubicBezTo>
                    <a:pt x="14501957" y="5668888"/>
                    <a:pt x="14983023" y="5812073"/>
                    <a:pt x="15540064" y="5977867"/>
                  </a:cubicBezTo>
                  <a:cubicBezTo>
                    <a:pt x="16133530" y="6154502"/>
                    <a:pt x="16806097" y="6354688"/>
                    <a:pt x="18142443" y="6354688"/>
                  </a:cubicBezTo>
                  <a:cubicBezTo>
                    <a:pt x="19478785" y="6354688"/>
                    <a:pt x="20151461" y="6154489"/>
                    <a:pt x="20744931" y="5977867"/>
                  </a:cubicBezTo>
                  <a:cubicBezTo>
                    <a:pt x="21301968" y="5812073"/>
                    <a:pt x="21783035" y="5668888"/>
                    <a:pt x="22750876" y="5668888"/>
                  </a:cubicBezTo>
                  <a:cubicBezTo>
                    <a:pt x="22978084" y="5668888"/>
                    <a:pt x="23090760" y="5812073"/>
                    <a:pt x="23221245" y="5977867"/>
                  </a:cubicBezTo>
                  <a:cubicBezTo>
                    <a:pt x="23360262" y="6154489"/>
                    <a:pt x="23517822" y="6354688"/>
                    <a:pt x="23830857" y="6354688"/>
                  </a:cubicBezTo>
                  <a:cubicBezTo>
                    <a:pt x="24143894" y="6354688"/>
                    <a:pt x="24301464" y="6154502"/>
                    <a:pt x="24440483" y="5977867"/>
                  </a:cubicBezTo>
                  <a:cubicBezTo>
                    <a:pt x="24570967" y="5812073"/>
                    <a:pt x="24683667" y="5668888"/>
                    <a:pt x="24910383" y="5668888"/>
                  </a:cubicBezTo>
                  <a:cubicBezTo>
                    <a:pt x="25137098" y="5668888"/>
                    <a:pt x="25249811" y="5812073"/>
                    <a:pt x="25380296" y="5977867"/>
                  </a:cubicBezTo>
                  <a:cubicBezTo>
                    <a:pt x="25519314" y="6154489"/>
                    <a:pt x="25676885" y="6354688"/>
                    <a:pt x="25989945" y="6354688"/>
                  </a:cubicBezTo>
                  <a:cubicBezTo>
                    <a:pt x="26303005" y="6354688"/>
                    <a:pt x="26460565" y="6154502"/>
                    <a:pt x="26599595" y="5977867"/>
                  </a:cubicBezTo>
                  <a:cubicBezTo>
                    <a:pt x="26730092" y="5812073"/>
                    <a:pt x="26842793" y="5668888"/>
                    <a:pt x="27069520" y="5668888"/>
                  </a:cubicBezTo>
                  <a:lnTo>
                    <a:pt x="27069520" y="0"/>
                  </a:lnTo>
                  <a:lnTo>
                    <a:pt x="0" y="0"/>
                  </a:lnTo>
                  <a:close/>
                </a:path>
              </a:pathLst>
            </a:custGeom>
            <a:solidFill>
              <a:srgbClr val="ABA5DE"/>
            </a:solidFill>
          </p:spPr>
        </p:sp>
      </p:grpSp>
      <p:grpSp>
        <p:nvGrpSpPr>
          <p:cNvPr name="Group 14" id="14"/>
          <p:cNvGrpSpPr/>
          <p:nvPr/>
        </p:nvGrpSpPr>
        <p:grpSpPr>
          <a:xfrm rot="0">
            <a:off x="10819285" y="8250160"/>
            <a:ext cx="5718856" cy="1343601"/>
            <a:chOff x="0" y="0"/>
            <a:chExt cx="12954000" cy="6359775"/>
          </a:xfrm>
        </p:grpSpPr>
        <p:sp>
          <p:nvSpPr>
            <p:cNvPr name="Freeform 15" id="15"/>
            <p:cNvSpPr/>
            <p:nvPr/>
          </p:nvSpPr>
          <p:spPr>
            <a:xfrm flipH="false" flipV="false" rot="0">
              <a:off x="0" y="4888"/>
              <a:ext cx="27069520" cy="6354688"/>
            </a:xfrm>
            <a:custGeom>
              <a:avLst/>
              <a:gdLst/>
              <a:ahLst/>
              <a:cxnLst/>
              <a:rect r="r" b="b" t="t" l="l"/>
              <a:pathLst>
                <a:path h="6354688" w="27069520">
                  <a:moveTo>
                    <a:pt x="0" y="0"/>
                  </a:moveTo>
                  <a:lnTo>
                    <a:pt x="0" y="5668888"/>
                  </a:lnTo>
                  <a:cubicBezTo>
                    <a:pt x="226715" y="5668888"/>
                    <a:pt x="339402" y="5812073"/>
                    <a:pt x="469887" y="5977867"/>
                  </a:cubicBezTo>
                  <a:cubicBezTo>
                    <a:pt x="608905" y="6154502"/>
                    <a:pt x="766453" y="6354688"/>
                    <a:pt x="1079487" y="6354688"/>
                  </a:cubicBezTo>
                  <a:cubicBezTo>
                    <a:pt x="1392522" y="6354688"/>
                    <a:pt x="1550057" y="6154489"/>
                    <a:pt x="1689062" y="5977867"/>
                  </a:cubicBezTo>
                  <a:cubicBezTo>
                    <a:pt x="1819534" y="5812073"/>
                    <a:pt x="1932223" y="5668888"/>
                    <a:pt x="2158912" y="5668888"/>
                  </a:cubicBezTo>
                  <a:cubicBezTo>
                    <a:pt x="2385602" y="5668888"/>
                    <a:pt x="2498302" y="5812073"/>
                    <a:pt x="2628787" y="5977867"/>
                  </a:cubicBezTo>
                  <a:cubicBezTo>
                    <a:pt x="2767792" y="6154502"/>
                    <a:pt x="2925352" y="6354688"/>
                    <a:pt x="3238387" y="6354688"/>
                  </a:cubicBezTo>
                  <a:cubicBezTo>
                    <a:pt x="3551422" y="6354688"/>
                    <a:pt x="3708982" y="6154489"/>
                    <a:pt x="3848000" y="5977867"/>
                  </a:cubicBezTo>
                  <a:cubicBezTo>
                    <a:pt x="3978485" y="5812073"/>
                    <a:pt x="4091173" y="5668888"/>
                    <a:pt x="4317874" y="5668888"/>
                  </a:cubicBezTo>
                  <a:cubicBezTo>
                    <a:pt x="5285251" y="5668888"/>
                    <a:pt x="5766317" y="5812073"/>
                    <a:pt x="6323356" y="5977867"/>
                  </a:cubicBezTo>
                  <a:cubicBezTo>
                    <a:pt x="6916769" y="6154502"/>
                    <a:pt x="7589393" y="6354688"/>
                    <a:pt x="8925682" y="6354688"/>
                  </a:cubicBezTo>
                  <a:cubicBezTo>
                    <a:pt x="10261971" y="6354688"/>
                    <a:pt x="10934702" y="6154489"/>
                    <a:pt x="11528169" y="5977867"/>
                  </a:cubicBezTo>
                  <a:cubicBezTo>
                    <a:pt x="12085209" y="5812073"/>
                    <a:pt x="12566274" y="5668888"/>
                    <a:pt x="13534115" y="5668888"/>
                  </a:cubicBezTo>
                  <a:cubicBezTo>
                    <a:pt x="14501957" y="5668888"/>
                    <a:pt x="14983023" y="5812073"/>
                    <a:pt x="15540064" y="5977867"/>
                  </a:cubicBezTo>
                  <a:cubicBezTo>
                    <a:pt x="16133530" y="6154502"/>
                    <a:pt x="16806097" y="6354688"/>
                    <a:pt x="18142443" y="6354688"/>
                  </a:cubicBezTo>
                  <a:cubicBezTo>
                    <a:pt x="19478785" y="6354688"/>
                    <a:pt x="20151461" y="6154489"/>
                    <a:pt x="20744931" y="5977867"/>
                  </a:cubicBezTo>
                  <a:cubicBezTo>
                    <a:pt x="21301968" y="5812073"/>
                    <a:pt x="21783035" y="5668888"/>
                    <a:pt x="22750876" y="5668888"/>
                  </a:cubicBezTo>
                  <a:cubicBezTo>
                    <a:pt x="22978084" y="5668888"/>
                    <a:pt x="23090760" y="5812073"/>
                    <a:pt x="23221245" y="5977867"/>
                  </a:cubicBezTo>
                  <a:cubicBezTo>
                    <a:pt x="23360262" y="6154489"/>
                    <a:pt x="23517822" y="6354688"/>
                    <a:pt x="23830857" y="6354688"/>
                  </a:cubicBezTo>
                  <a:cubicBezTo>
                    <a:pt x="24143894" y="6354688"/>
                    <a:pt x="24301464" y="6154502"/>
                    <a:pt x="24440483" y="5977867"/>
                  </a:cubicBezTo>
                  <a:cubicBezTo>
                    <a:pt x="24570967" y="5812073"/>
                    <a:pt x="24683667" y="5668888"/>
                    <a:pt x="24910383" y="5668888"/>
                  </a:cubicBezTo>
                  <a:cubicBezTo>
                    <a:pt x="25137098" y="5668888"/>
                    <a:pt x="25249811" y="5812073"/>
                    <a:pt x="25380296" y="5977867"/>
                  </a:cubicBezTo>
                  <a:cubicBezTo>
                    <a:pt x="25519314" y="6154489"/>
                    <a:pt x="25676885" y="6354688"/>
                    <a:pt x="25989945" y="6354688"/>
                  </a:cubicBezTo>
                  <a:cubicBezTo>
                    <a:pt x="26303005" y="6354688"/>
                    <a:pt x="26460565" y="6154502"/>
                    <a:pt x="26599595" y="5977867"/>
                  </a:cubicBezTo>
                  <a:cubicBezTo>
                    <a:pt x="26730092" y="5812073"/>
                    <a:pt x="26842793" y="5668888"/>
                    <a:pt x="27069520" y="5668888"/>
                  </a:cubicBezTo>
                  <a:lnTo>
                    <a:pt x="27069520" y="0"/>
                  </a:lnTo>
                  <a:lnTo>
                    <a:pt x="0" y="0"/>
                  </a:lnTo>
                  <a:close/>
                </a:path>
              </a:pathLst>
            </a:custGeom>
            <a:solidFill>
              <a:srgbClr val="ABA5DE"/>
            </a:solidFill>
          </p:spPr>
        </p:sp>
      </p:grpSp>
      <p:sp>
        <p:nvSpPr>
          <p:cNvPr name="TextBox 16" id="16"/>
          <p:cNvSpPr txBox="true"/>
          <p:nvPr/>
        </p:nvSpPr>
        <p:spPr>
          <a:xfrm rot="0">
            <a:off x="2020292" y="2836345"/>
            <a:ext cx="3578662" cy="796076"/>
          </a:xfrm>
          <a:prstGeom prst="rect">
            <a:avLst/>
          </a:prstGeom>
        </p:spPr>
        <p:txBody>
          <a:bodyPr anchor="t" rtlCol="false" tIns="0" lIns="0" bIns="0" rIns="0">
            <a:spAutoFit/>
          </a:bodyPr>
          <a:lstStyle/>
          <a:p>
            <a:pPr algn="ctr">
              <a:lnSpc>
                <a:spcPts val="6521"/>
              </a:lnSpc>
              <a:spcBef>
                <a:spcPct val="0"/>
              </a:spcBef>
            </a:pPr>
            <a:r>
              <a:rPr lang="en-US" sz="4658">
                <a:solidFill>
                  <a:srgbClr val="545C9E"/>
                </a:solidFill>
                <a:latin typeface="Schoolbell"/>
                <a:ea typeface="Schoolbell"/>
                <a:cs typeface="Schoolbell"/>
                <a:sym typeface="Schoolbell"/>
              </a:rPr>
              <a:t>1. Student Login</a:t>
            </a:r>
          </a:p>
        </p:txBody>
      </p:sp>
      <p:sp>
        <p:nvSpPr>
          <p:cNvPr name="TextBox 17" id="17"/>
          <p:cNvSpPr txBox="true"/>
          <p:nvPr/>
        </p:nvSpPr>
        <p:spPr>
          <a:xfrm rot="0">
            <a:off x="1028700" y="5720139"/>
            <a:ext cx="5718856" cy="687491"/>
          </a:xfrm>
          <a:prstGeom prst="rect">
            <a:avLst/>
          </a:prstGeom>
        </p:spPr>
        <p:txBody>
          <a:bodyPr anchor="t" rtlCol="false" tIns="0" lIns="0" bIns="0" rIns="0">
            <a:spAutoFit/>
          </a:bodyPr>
          <a:lstStyle/>
          <a:p>
            <a:pPr algn="ctr">
              <a:lnSpc>
                <a:spcPts val="5681"/>
              </a:lnSpc>
              <a:spcBef>
                <a:spcPct val="0"/>
              </a:spcBef>
            </a:pPr>
            <a:r>
              <a:rPr lang="en-US" sz="4058">
                <a:solidFill>
                  <a:srgbClr val="545C9E"/>
                </a:solidFill>
                <a:latin typeface="Schoolbell"/>
                <a:ea typeface="Schoolbell"/>
                <a:cs typeface="Schoolbell"/>
                <a:sym typeface="Schoolbell"/>
              </a:rPr>
              <a:t>2. Submit Complaint</a:t>
            </a:r>
          </a:p>
        </p:txBody>
      </p:sp>
      <p:sp>
        <p:nvSpPr>
          <p:cNvPr name="TextBox 18" id="18"/>
          <p:cNvSpPr txBox="true"/>
          <p:nvPr/>
        </p:nvSpPr>
        <p:spPr>
          <a:xfrm rot="0">
            <a:off x="1028700" y="8540115"/>
            <a:ext cx="5718856" cy="687491"/>
          </a:xfrm>
          <a:prstGeom prst="rect">
            <a:avLst/>
          </a:prstGeom>
        </p:spPr>
        <p:txBody>
          <a:bodyPr anchor="t" rtlCol="false" tIns="0" lIns="0" bIns="0" rIns="0">
            <a:spAutoFit/>
          </a:bodyPr>
          <a:lstStyle/>
          <a:p>
            <a:pPr algn="ctr">
              <a:lnSpc>
                <a:spcPts val="5681"/>
              </a:lnSpc>
              <a:spcBef>
                <a:spcPct val="0"/>
              </a:spcBef>
            </a:pPr>
            <a:r>
              <a:rPr lang="en-US" sz="4058">
                <a:solidFill>
                  <a:srgbClr val="545C9E"/>
                </a:solidFill>
                <a:latin typeface="Schoolbell"/>
                <a:ea typeface="Schoolbell"/>
                <a:cs typeface="Schoolbell"/>
                <a:sym typeface="Schoolbell"/>
              </a:rPr>
              <a:t>3. Warden/Admin Reviews</a:t>
            </a:r>
          </a:p>
        </p:txBody>
      </p:sp>
      <p:sp>
        <p:nvSpPr>
          <p:cNvPr name="TextBox 19" id="19"/>
          <p:cNvSpPr txBox="true"/>
          <p:nvPr/>
        </p:nvSpPr>
        <p:spPr>
          <a:xfrm rot="0">
            <a:off x="11373365" y="8173960"/>
            <a:ext cx="4610695" cy="1401866"/>
          </a:xfrm>
          <a:prstGeom prst="rect">
            <a:avLst/>
          </a:prstGeom>
        </p:spPr>
        <p:txBody>
          <a:bodyPr anchor="t" rtlCol="false" tIns="0" lIns="0" bIns="0" rIns="0">
            <a:spAutoFit/>
          </a:bodyPr>
          <a:lstStyle/>
          <a:p>
            <a:pPr algn="ctr">
              <a:lnSpc>
                <a:spcPts val="5681"/>
              </a:lnSpc>
              <a:spcBef>
                <a:spcPct val="0"/>
              </a:spcBef>
            </a:pPr>
            <a:r>
              <a:rPr lang="en-US" sz="4058">
                <a:solidFill>
                  <a:srgbClr val="545C9E"/>
                </a:solidFill>
                <a:latin typeface="Schoolbell"/>
                <a:ea typeface="Schoolbell"/>
                <a:cs typeface="Schoolbell"/>
                <a:sym typeface="Schoolbell"/>
              </a:rPr>
              <a:t>4. Complaint Assigned </a:t>
            </a:r>
          </a:p>
          <a:p>
            <a:pPr algn="ctr">
              <a:lnSpc>
                <a:spcPts val="5681"/>
              </a:lnSpc>
              <a:spcBef>
                <a:spcPct val="0"/>
              </a:spcBef>
            </a:pPr>
            <a:r>
              <a:rPr lang="en-US" sz="4058">
                <a:solidFill>
                  <a:srgbClr val="545C9E"/>
                </a:solidFill>
                <a:latin typeface="Schoolbell"/>
                <a:ea typeface="Schoolbell"/>
                <a:cs typeface="Schoolbell"/>
                <a:sym typeface="Schoolbell"/>
              </a:rPr>
              <a:t>to Maintenance Staff</a:t>
            </a:r>
          </a:p>
        </p:txBody>
      </p:sp>
      <p:sp>
        <p:nvSpPr>
          <p:cNvPr name="TextBox 20" id="20"/>
          <p:cNvSpPr txBox="true"/>
          <p:nvPr/>
        </p:nvSpPr>
        <p:spPr>
          <a:xfrm rot="0">
            <a:off x="11645959" y="5601634"/>
            <a:ext cx="4065508" cy="687491"/>
          </a:xfrm>
          <a:prstGeom prst="rect">
            <a:avLst/>
          </a:prstGeom>
        </p:spPr>
        <p:txBody>
          <a:bodyPr anchor="t" rtlCol="false" tIns="0" lIns="0" bIns="0" rIns="0">
            <a:spAutoFit/>
          </a:bodyPr>
          <a:lstStyle/>
          <a:p>
            <a:pPr algn="ctr">
              <a:lnSpc>
                <a:spcPts val="5681"/>
              </a:lnSpc>
              <a:spcBef>
                <a:spcPct val="0"/>
              </a:spcBef>
            </a:pPr>
            <a:r>
              <a:rPr lang="en-US" sz="4058">
                <a:solidFill>
                  <a:srgbClr val="545C9E"/>
                </a:solidFill>
                <a:latin typeface="Schoolbell"/>
                <a:ea typeface="Schoolbell"/>
                <a:cs typeface="Schoolbell"/>
                <a:sym typeface="Schoolbell"/>
              </a:rPr>
              <a:t>5. Problem Resolved</a:t>
            </a:r>
          </a:p>
        </p:txBody>
      </p:sp>
      <p:sp>
        <p:nvSpPr>
          <p:cNvPr name="TextBox 21" id="21"/>
          <p:cNvSpPr txBox="true"/>
          <p:nvPr/>
        </p:nvSpPr>
        <p:spPr>
          <a:xfrm rot="0">
            <a:off x="11881109" y="2410870"/>
            <a:ext cx="3334226" cy="1401866"/>
          </a:xfrm>
          <a:prstGeom prst="rect">
            <a:avLst/>
          </a:prstGeom>
        </p:spPr>
        <p:txBody>
          <a:bodyPr anchor="t" rtlCol="false" tIns="0" lIns="0" bIns="0" rIns="0">
            <a:spAutoFit/>
          </a:bodyPr>
          <a:lstStyle/>
          <a:p>
            <a:pPr algn="ctr">
              <a:lnSpc>
                <a:spcPts val="5681"/>
              </a:lnSpc>
              <a:spcBef>
                <a:spcPct val="0"/>
              </a:spcBef>
            </a:pPr>
            <a:r>
              <a:rPr lang="en-US" sz="4058">
                <a:solidFill>
                  <a:srgbClr val="545C9E"/>
                </a:solidFill>
                <a:latin typeface="Schoolbell"/>
                <a:ea typeface="Schoolbell"/>
                <a:cs typeface="Schoolbell"/>
                <a:sym typeface="Schoolbell"/>
              </a:rPr>
              <a:t>6. Student Gets </a:t>
            </a:r>
          </a:p>
          <a:p>
            <a:pPr algn="ctr">
              <a:lnSpc>
                <a:spcPts val="5681"/>
              </a:lnSpc>
              <a:spcBef>
                <a:spcPct val="0"/>
              </a:spcBef>
            </a:pPr>
            <a:r>
              <a:rPr lang="en-US" sz="4058">
                <a:solidFill>
                  <a:srgbClr val="545C9E"/>
                </a:solidFill>
                <a:latin typeface="Schoolbell"/>
                <a:ea typeface="Schoolbell"/>
                <a:cs typeface="Schoolbell"/>
                <a:sym typeface="Schoolbell"/>
              </a:rPr>
              <a:t>Status Update</a:t>
            </a:r>
          </a:p>
        </p:txBody>
      </p:sp>
      <p:grpSp>
        <p:nvGrpSpPr>
          <p:cNvPr name="Group 22" id="22"/>
          <p:cNvGrpSpPr/>
          <p:nvPr/>
        </p:nvGrpSpPr>
        <p:grpSpPr>
          <a:xfrm rot="0">
            <a:off x="3491042" y="4089434"/>
            <a:ext cx="794171" cy="1340750"/>
            <a:chOff x="0" y="0"/>
            <a:chExt cx="555041" cy="937040"/>
          </a:xfrm>
        </p:grpSpPr>
        <p:sp>
          <p:nvSpPr>
            <p:cNvPr name="Freeform 23" id="23"/>
            <p:cNvSpPr/>
            <p:nvPr/>
          </p:nvSpPr>
          <p:spPr>
            <a:xfrm flipH="false" flipV="false" rot="0">
              <a:off x="0" y="0"/>
              <a:ext cx="555041" cy="937040"/>
            </a:xfrm>
            <a:custGeom>
              <a:avLst/>
              <a:gdLst/>
              <a:ahLst/>
              <a:cxnLst/>
              <a:rect r="r" b="b" t="t" l="l"/>
              <a:pathLst>
                <a:path h="937040" w="555041">
                  <a:moveTo>
                    <a:pt x="277520" y="937040"/>
                  </a:moveTo>
                  <a:lnTo>
                    <a:pt x="0" y="530640"/>
                  </a:lnTo>
                  <a:lnTo>
                    <a:pt x="203200" y="530640"/>
                  </a:lnTo>
                  <a:lnTo>
                    <a:pt x="203200" y="0"/>
                  </a:lnTo>
                  <a:lnTo>
                    <a:pt x="351841" y="0"/>
                  </a:lnTo>
                  <a:lnTo>
                    <a:pt x="351841" y="530640"/>
                  </a:lnTo>
                  <a:lnTo>
                    <a:pt x="555041" y="530640"/>
                  </a:lnTo>
                  <a:lnTo>
                    <a:pt x="277520" y="937040"/>
                  </a:lnTo>
                  <a:close/>
                </a:path>
              </a:pathLst>
            </a:custGeom>
            <a:solidFill>
              <a:srgbClr val="2E3573"/>
            </a:solidFill>
          </p:spPr>
        </p:sp>
        <p:sp>
          <p:nvSpPr>
            <p:cNvPr name="TextBox 24" id="24"/>
            <p:cNvSpPr txBox="true"/>
            <p:nvPr/>
          </p:nvSpPr>
          <p:spPr>
            <a:xfrm>
              <a:off x="203200" y="-38100"/>
              <a:ext cx="148641" cy="873540"/>
            </a:xfrm>
            <a:prstGeom prst="rect">
              <a:avLst/>
            </a:prstGeom>
          </p:spPr>
          <p:txBody>
            <a:bodyPr anchor="ctr" rtlCol="false" tIns="50800" lIns="50800" bIns="50800" rIns="50800"/>
            <a:lstStyle/>
            <a:p>
              <a:pPr algn="ctr">
                <a:lnSpc>
                  <a:spcPts val="2659"/>
                </a:lnSpc>
                <a:spcBef>
                  <a:spcPct val="0"/>
                </a:spcBef>
              </a:pPr>
            </a:p>
          </p:txBody>
        </p:sp>
      </p:grpSp>
      <p:grpSp>
        <p:nvGrpSpPr>
          <p:cNvPr name="Group 25" id="25"/>
          <p:cNvGrpSpPr/>
          <p:nvPr/>
        </p:nvGrpSpPr>
        <p:grpSpPr>
          <a:xfrm rot="0">
            <a:off x="3491042" y="6909410"/>
            <a:ext cx="794171" cy="1340750"/>
            <a:chOff x="0" y="0"/>
            <a:chExt cx="555041" cy="937040"/>
          </a:xfrm>
        </p:grpSpPr>
        <p:sp>
          <p:nvSpPr>
            <p:cNvPr name="Freeform 26" id="26"/>
            <p:cNvSpPr/>
            <p:nvPr/>
          </p:nvSpPr>
          <p:spPr>
            <a:xfrm flipH="false" flipV="false" rot="0">
              <a:off x="0" y="0"/>
              <a:ext cx="555041" cy="937040"/>
            </a:xfrm>
            <a:custGeom>
              <a:avLst/>
              <a:gdLst/>
              <a:ahLst/>
              <a:cxnLst/>
              <a:rect r="r" b="b" t="t" l="l"/>
              <a:pathLst>
                <a:path h="937040" w="555041">
                  <a:moveTo>
                    <a:pt x="277520" y="937040"/>
                  </a:moveTo>
                  <a:lnTo>
                    <a:pt x="0" y="530640"/>
                  </a:lnTo>
                  <a:lnTo>
                    <a:pt x="203200" y="530640"/>
                  </a:lnTo>
                  <a:lnTo>
                    <a:pt x="203200" y="0"/>
                  </a:lnTo>
                  <a:lnTo>
                    <a:pt x="351841" y="0"/>
                  </a:lnTo>
                  <a:lnTo>
                    <a:pt x="351841" y="530640"/>
                  </a:lnTo>
                  <a:lnTo>
                    <a:pt x="555041" y="530640"/>
                  </a:lnTo>
                  <a:lnTo>
                    <a:pt x="277520" y="937040"/>
                  </a:lnTo>
                  <a:close/>
                </a:path>
              </a:pathLst>
            </a:custGeom>
            <a:solidFill>
              <a:srgbClr val="2E3573"/>
            </a:solidFill>
          </p:spPr>
        </p:sp>
        <p:sp>
          <p:nvSpPr>
            <p:cNvPr name="TextBox 27" id="27"/>
            <p:cNvSpPr txBox="true"/>
            <p:nvPr/>
          </p:nvSpPr>
          <p:spPr>
            <a:xfrm>
              <a:off x="203200" y="-38100"/>
              <a:ext cx="148641" cy="873540"/>
            </a:xfrm>
            <a:prstGeom prst="rect">
              <a:avLst/>
            </a:prstGeom>
          </p:spPr>
          <p:txBody>
            <a:bodyPr anchor="ctr" rtlCol="false" tIns="50800" lIns="50800" bIns="50800" rIns="50800"/>
            <a:lstStyle/>
            <a:p>
              <a:pPr algn="ctr">
                <a:lnSpc>
                  <a:spcPts val="2659"/>
                </a:lnSpc>
                <a:spcBef>
                  <a:spcPct val="0"/>
                </a:spcBef>
              </a:pPr>
            </a:p>
          </p:txBody>
        </p:sp>
      </p:grpSp>
      <p:grpSp>
        <p:nvGrpSpPr>
          <p:cNvPr name="Group 28" id="28"/>
          <p:cNvGrpSpPr/>
          <p:nvPr/>
        </p:nvGrpSpPr>
        <p:grpSpPr>
          <a:xfrm rot="-5400000">
            <a:off x="8423202" y="8235075"/>
            <a:ext cx="794171" cy="1340750"/>
            <a:chOff x="0" y="0"/>
            <a:chExt cx="555041" cy="937040"/>
          </a:xfrm>
        </p:grpSpPr>
        <p:sp>
          <p:nvSpPr>
            <p:cNvPr name="Freeform 29" id="29"/>
            <p:cNvSpPr/>
            <p:nvPr/>
          </p:nvSpPr>
          <p:spPr>
            <a:xfrm flipH="false" flipV="false" rot="0">
              <a:off x="0" y="0"/>
              <a:ext cx="555041" cy="937040"/>
            </a:xfrm>
            <a:custGeom>
              <a:avLst/>
              <a:gdLst/>
              <a:ahLst/>
              <a:cxnLst/>
              <a:rect r="r" b="b" t="t" l="l"/>
              <a:pathLst>
                <a:path h="937040" w="555041">
                  <a:moveTo>
                    <a:pt x="277520" y="937040"/>
                  </a:moveTo>
                  <a:lnTo>
                    <a:pt x="0" y="530640"/>
                  </a:lnTo>
                  <a:lnTo>
                    <a:pt x="203200" y="530640"/>
                  </a:lnTo>
                  <a:lnTo>
                    <a:pt x="203200" y="0"/>
                  </a:lnTo>
                  <a:lnTo>
                    <a:pt x="351841" y="0"/>
                  </a:lnTo>
                  <a:lnTo>
                    <a:pt x="351841" y="530640"/>
                  </a:lnTo>
                  <a:lnTo>
                    <a:pt x="555041" y="530640"/>
                  </a:lnTo>
                  <a:lnTo>
                    <a:pt x="277520" y="937040"/>
                  </a:lnTo>
                  <a:close/>
                </a:path>
              </a:pathLst>
            </a:custGeom>
            <a:solidFill>
              <a:srgbClr val="2E3573"/>
            </a:solidFill>
          </p:spPr>
        </p:sp>
        <p:sp>
          <p:nvSpPr>
            <p:cNvPr name="TextBox 30" id="30"/>
            <p:cNvSpPr txBox="true"/>
            <p:nvPr/>
          </p:nvSpPr>
          <p:spPr>
            <a:xfrm>
              <a:off x="203200" y="-38100"/>
              <a:ext cx="148641" cy="873540"/>
            </a:xfrm>
            <a:prstGeom prst="rect">
              <a:avLst/>
            </a:prstGeom>
          </p:spPr>
          <p:txBody>
            <a:bodyPr anchor="ctr" rtlCol="false" tIns="50800" lIns="50800" bIns="50800" rIns="50800"/>
            <a:lstStyle/>
            <a:p>
              <a:pPr algn="ctr">
                <a:lnSpc>
                  <a:spcPts val="2659"/>
                </a:lnSpc>
                <a:spcBef>
                  <a:spcPct val="0"/>
                </a:spcBef>
              </a:pPr>
            </a:p>
          </p:txBody>
        </p:sp>
      </p:grpSp>
      <p:grpSp>
        <p:nvGrpSpPr>
          <p:cNvPr name="Group 31" id="31"/>
          <p:cNvGrpSpPr/>
          <p:nvPr/>
        </p:nvGrpSpPr>
        <p:grpSpPr>
          <a:xfrm rot="-10800000">
            <a:off x="13281627" y="6773785"/>
            <a:ext cx="794171" cy="1340750"/>
            <a:chOff x="0" y="0"/>
            <a:chExt cx="555041" cy="937040"/>
          </a:xfrm>
        </p:grpSpPr>
        <p:sp>
          <p:nvSpPr>
            <p:cNvPr name="Freeform 32" id="32"/>
            <p:cNvSpPr/>
            <p:nvPr/>
          </p:nvSpPr>
          <p:spPr>
            <a:xfrm flipH="false" flipV="false" rot="0">
              <a:off x="0" y="0"/>
              <a:ext cx="555041" cy="937040"/>
            </a:xfrm>
            <a:custGeom>
              <a:avLst/>
              <a:gdLst/>
              <a:ahLst/>
              <a:cxnLst/>
              <a:rect r="r" b="b" t="t" l="l"/>
              <a:pathLst>
                <a:path h="937040" w="555041">
                  <a:moveTo>
                    <a:pt x="277520" y="937040"/>
                  </a:moveTo>
                  <a:lnTo>
                    <a:pt x="0" y="530640"/>
                  </a:lnTo>
                  <a:lnTo>
                    <a:pt x="203200" y="530640"/>
                  </a:lnTo>
                  <a:lnTo>
                    <a:pt x="203200" y="0"/>
                  </a:lnTo>
                  <a:lnTo>
                    <a:pt x="351841" y="0"/>
                  </a:lnTo>
                  <a:lnTo>
                    <a:pt x="351841" y="530640"/>
                  </a:lnTo>
                  <a:lnTo>
                    <a:pt x="555041" y="530640"/>
                  </a:lnTo>
                  <a:lnTo>
                    <a:pt x="277520" y="937040"/>
                  </a:lnTo>
                  <a:close/>
                </a:path>
              </a:pathLst>
            </a:custGeom>
            <a:solidFill>
              <a:srgbClr val="2E3573"/>
            </a:solidFill>
          </p:spPr>
        </p:sp>
        <p:sp>
          <p:nvSpPr>
            <p:cNvPr name="TextBox 33" id="33"/>
            <p:cNvSpPr txBox="true"/>
            <p:nvPr/>
          </p:nvSpPr>
          <p:spPr>
            <a:xfrm>
              <a:off x="203200" y="-38100"/>
              <a:ext cx="148641" cy="873540"/>
            </a:xfrm>
            <a:prstGeom prst="rect">
              <a:avLst/>
            </a:prstGeom>
          </p:spPr>
          <p:txBody>
            <a:bodyPr anchor="ctr" rtlCol="false" tIns="50800" lIns="50800" bIns="50800" rIns="50800"/>
            <a:lstStyle/>
            <a:p>
              <a:pPr algn="ctr">
                <a:lnSpc>
                  <a:spcPts val="2659"/>
                </a:lnSpc>
                <a:spcBef>
                  <a:spcPct val="0"/>
                </a:spcBef>
              </a:pPr>
            </a:p>
          </p:txBody>
        </p:sp>
      </p:grpSp>
      <p:grpSp>
        <p:nvGrpSpPr>
          <p:cNvPr name="Group 34" id="34"/>
          <p:cNvGrpSpPr/>
          <p:nvPr/>
        </p:nvGrpSpPr>
        <p:grpSpPr>
          <a:xfrm rot="-10800000">
            <a:off x="13281627" y="3956084"/>
            <a:ext cx="794171" cy="1340750"/>
            <a:chOff x="0" y="0"/>
            <a:chExt cx="555041" cy="937040"/>
          </a:xfrm>
        </p:grpSpPr>
        <p:sp>
          <p:nvSpPr>
            <p:cNvPr name="Freeform 35" id="35"/>
            <p:cNvSpPr/>
            <p:nvPr/>
          </p:nvSpPr>
          <p:spPr>
            <a:xfrm flipH="false" flipV="false" rot="0">
              <a:off x="0" y="0"/>
              <a:ext cx="555041" cy="937040"/>
            </a:xfrm>
            <a:custGeom>
              <a:avLst/>
              <a:gdLst/>
              <a:ahLst/>
              <a:cxnLst/>
              <a:rect r="r" b="b" t="t" l="l"/>
              <a:pathLst>
                <a:path h="937040" w="555041">
                  <a:moveTo>
                    <a:pt x="277520" y="937040"/>
                  </a:moveTo>
                  <a:lnTo>
                    <a:pt x="0" y="530640"/>
                  </a:lnTo>
                  <a:lnTo>
                    <a:pt x="203200" y="530640"/>
                  </a:lnTo>
                  <a:lnTo>
                    <a:pt x="203200" y="0"/>
                  </a:lnTo>
                  <a:lnTo>
                    <a:pt x="351841" y="0"/>
                  </a:lnTo>
                  <a:lnTo>
                    <a:pt x="351841" y="530640"/>
                  </a:lnTo>
                  <a:lnTo>
                    <a:pt x="555041" y="530640"/>
                  </a:lnTo>
                  <a:lnTo>
                    <a:pt x="277520" y="937040"/>
                  </a:lnTo>
                  <a:close/>
                </a:path>
              </a:pathLst>
            </a:custGeom>
            <a:solidFill>
              <a:srgbClr val="2E3573"/>
            </a:solidFill>
          </p:spPr>
        </p:sp>
        <p:sp>
          <p:nvSpPr>
            <p:cNvPr name="TextBox 36" id="36"/>
            <p:cNvSpPr txBox="true"/>
            <p:nvPr/>
          </p:nvSpPr>
          <p:spPr>
            <a:xfrm>
              <a:off x="203200" y="-38100"/>
              <a:ext cx="148641" cy="873540"/>
            </a:xfrm>
            <a:prstGeom prst="rect">
              <a:avLst/>
            </a:prstGeom>
          </p:spPr>
          <p:txBody>
            <a:bodyPr anchor="ctr" rtlCol="false" tIns="50800" lIns="50800" bIns="50800" rIns="50800"/>
            <a:lstStyle/>
            <a:p>
              <a:pPr algn="ctr">
                <a:lnSpc>
                  <a:spcPts val="2659"/>
                </a:lnSpc>
                <a:spcBef>
                  <a:spcPct val="0"/>
                </a:spcBef>
              </a:pPr>
            </a:p>
          </p:txBody>
        </p:sp>
      </p:grpSp>
      <p:sp>
        <p:nvSpPr>
          <p:cNvPr name="TextBox 37" id="37"/>
          <p:cNvSpPr txBox="true"/>
          <p:nvPr/>
        </p:nvSpPr>
        <p:spPr>
          <a:xfrm rot="0">
            <a:off x="2303740" y="1008980"/>
            <a:ext cx="13680520" cy="1154240"/>
          </a:xfrm>
          <a:prstGeom prst="rect">
            <a:avLst/>
          </a:prstGeom>
        </p:spPr>
        <p:txBody>
          <a:bodyPr anchor="t" rtlCol="false" tIns="0" lIns="0" bIns="0" rIns="0">
            <a:spAutoFit/>
          </a:bodyPr>
          <a:lstStyle/>
          <a:p>
            <a:pPr algn="ctr">
              <a:lnSpc>
                <a:spcPts val="4630"/>
              </a:lnSpc>
              <a:spcBef>
                <a:spcPct val="0"/>
              </a:spcBef>
            </a:pPr>
            <a:r>
              <a:rPr lang="en-US" sz="3307">
                <a:solidFill>
                  <a:srgbClr val="545C9E"/>
                </a:solidFill>
                <a:latin typeface="Schoolbell"/>
                <a:ea typeface="Schoolbell"/>
                <a:cs typeface="Schoolbell"/>
                <a:sym typeface="Schoolbell"/>
              </a:rPr>
              <a:t>Our Solution: Hostel Complaint Management System</a:t>
            </a:r>
          </a:p>
          <a:p>
            <a:pPr algn="ctr">
              <a:lnSpc>
                <a:spcPts val="4630"/>
              </a:lnSpc>
              <a:spcBef>
                <a:spcPct val="0"/>
              </a:spcBef>
            </a:pPr>
            <a:r>
              <a:rPr lang="en-US" sz="3307">
                <a:solidFill>
                  <a:srgbClr val="545C9E"/>
                </a:solidFill>
                <a:latin typeface="Schoolbell"/>
                <a:ea typeface="Schoolbell"/>
                <a:cs typeface="Schoolbell"/>
                <a:sym typeface="Schoolbell"/>
              </a:rPr>
              <a:t>A digital platform where students can submit and track hostel complaints easily.</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1942135" y="1201887"/>
            <a:ext cx="5638154" cy="1923039"/>
            <a:chOff x="0" y="0"/>
            <a:chExt cx="12954000" cy="6359775"/>
          </a:xfrm>
        </p:grpSpPr>
        <p:sp>
          <p:nvSpPr>
            <p:cNvPr name="Freeform 4" id="4"/>
            <p:cNvSpPr/>
            <p:nvPr/>
          </p:nvSpPr>
          <p:spPr>
            <a:xfrm flipH="false" flipV="false" rot="0">
              <a:off x="0" y="4888"/>
              <a:ext cx="18646212" cy="6354688"/>
            </a:xfrm>
            <a:custGeom>
              <a:avLst/>
              <a:gdLst/>
              <a:ahLst/>
              <a:cxnLst/>
              <a:rect r="r" b="b" t="t" l="l"/>
              <a:pathLst>
                <a:path h="6354688" w="18646212">
                  <a:moveTo>
                    <a:pt x="0" y="0"/>
                  </a:moveTo>
                  <a:lnTo>
                    <a:pt x="0" y="5668888"/>
                  </a:lnTo>
                  <a:cubicBezTo>
                    <a:pt x="226715" y="5668888"/>
                    <a:pt x="339402" y="5812073"/>
                    <a:pt x="469887" y="5977867"/>
                  </a:cubicBezTo>
                  <a:cubicBezTo>
                    <a:pt x="608905" y="6154502"/>
                    <a:pt x="766453" y="6354688"/>
                    <a:pt x="1079487" y="6354688"/>
                  </a:cubicBezTo>
                  <a:cubicBezTo>
                    <a:pt x="1392522" y="6354688"/>
                    <a:pt x="1550057" y="6154489"/>
                    <a:pt x="1689062" y="5977867"/>
                  </a:cubicBezTo>
                  <a:cubicBezTo>
                    <a:pt x="1819534" y="5812073"/>
                    <a:pt x="1932223" y="5668888"/>
                    <a:pt x="2158912" y="5668888"/>
                  </a:cubicBezTo>
                  <a:cubicBezTo>
                    <a:pt x="2385602" y="5668888"/>
                    <a:pt x="2498302" y="5812073"/>
                    <a:pt x="2628787" y="5977867"/>
                  </a:cubicBezTo>
                  <a:cubicBezTo>
                    <a:pt x="2767792" y="6154502"/>
                    <a:pt x="2925352" y="6354688"/>
                    <a:pt x="3238387" y="6354688"/>
                  </a:cubicBezTo>
                  <a:cubicBezTo>
                    <a:pt x="3551422" y="6354688"/>
                    <a:pt x="3708982" y="6154489"/>
                    <a:pt x="3848000" y="5977867"/>
                  </a:cubicBezTo>
                  <a:cubicBezTo>
                    <a:pt x="3978485" y="5812073"/>
                    <a:pt x="4091173" y="5668888"/>
                    <a:pt x="4317874" y="5668888"/>
                  </a:cubicBezTo>
                  <a:cubicBezTo>
                    <a:pt x="4843260" y="5668888"/>
                    <a:pt x="5104500" y="5812073"/>
                    <a:pt x="5406996" y="5977867"/>
                  </a:cubicBezTo>
                  <a:cubicBezTo>
                    <a:pt x="5729246" y="6154502"/>
                    <a:pt x="6094510" y="6354688"/>
                    <a:pt x="6820174" y="6354688"/>
                  </a:cubicBezTo>
                  <a:cubicBezTo>
                    <a:pt x="7545838" y="6354688"/>
                    <a:pt x="7911161" y="6154489"/>
                    <a:pt x="8233439" y="5977867"/>
                  </a:cubicBezTo>
                  <a:cubicBezTo>
                    <a:pt x="8535936" y="5812073"/>
                    <a:pt x="8797176" y="5668888"/>
                    <a:pt x="9322757" y="5668888"/>
                  </a:cubicBezTo>
                  <a:cubicBezTo>
                    <a:pt x="9848337" y="5668888"/>
                    <a:pt x="10109577" y="5812073"/>
                    <a:pt x="10412075" y="5977867"/>
                  </a:cubicBezTo>
                  <a:cubicBezTo>
                    <a:pt x="10734353" y="6154502"/>
                    <a:pt x="11099587" y="6354688"/>
                    <a:pt x="11825281" y="6354688"/>
                  </a:cubicBezTo>
                  <a:cubicBezTo>
                    <a:pt x="12550973" y="6354688"/>
                    <a:pt x="12916267" y="6154489"/>
                    <a:pt x="13238547" y="5977867"/>
                  </a:cubicBezTo>
                  <a:cubicBezTo>
                    <a:pt x="13541042" y="5812073"/>
                    <a:pt x="13802283" y="5668888"/>
                    <a:pt x="14327863" y="5668888"/>
                  </a:cubicBezTo>
                  <a:cubicBezTo>
                    <a:pt x="14554777" y="5668888"/>
                    <a:pt x="14667452" y="5812073"/>
                    <a:pt x="14797937" y="5977867"/>
                  </a:cubicBezTo>
                  <a:cubicBezTo>
                    <a:pt x="14936955" y="6154489"/>
                    <a:pt x="15094514" y="6354688"/>
                    <a:pt x="15407549" y="6354688"/>
                  </a:cubicBezTo>
                  <a:cubicBezTo>
                    <a:pt x="15720586" y="6354688"/>
                    <a:pt x="15878156" y="6154502"/>
                    <a:pt x="16017176" y="5977867"/>
                  </a:cubicBezTo>
                  <a:cubicBezTo>
                    <a:pt x="16147659" y="5812073"/>
                    <a:pt x="16260359" y="5668888"/>
                    <a:pt x="16487076" y="5668888"/>
                  </a:cubicBezTo>
                  <a:cubicBezTo>
                    <a:pt x="16713791" y="5668888"/>
                    <a:pt x="16826503" y="5812073"/>
                    <a:pt x="16956988" y="5977867"/>
                  </a:cubicBezTo>
                  <a:cubicBezTo>
                    <a:pt x="17096006" y="6154489"/>
                    <a:pt x="17253578" y="6354688"/>
                    <a:pt x="17566638" y="6354688"/>
                  </a:cubicBezTo>
                  <a:cubicBezTo>
                    <a:pt x="17879698" y="6354688"/>
                    <a:pt x="18037256" y="6154502"/>
                    <a:pt x="18176287" y="5977867"/>
                  </a:cubicBezTo>
                  <a:cubicBezTo>
                    <a:pt x="18306785" y="5812073"/>
                    <a:pt x="18419485" y="5668888"/>
                    <a:pt x="18646212" y="5668888"/>
                  </a:cubicBezTo>
                  <a:lnTo>
                    <a:pt x="18646212" y="0"/>
                  </a:lnTo>
                  <a:lnTo>
                    <a:pt x="0" y="0"/>
                  </a:lnTo>
                  <a:close/>
                </a:path>
              </a:pathLst>
            </a:custGeom>
            <a:solidFill>
              <a:srgbClr val="ABA5DE"/>
            </a:solidFill>
          </p:spPr>
        </p:sp>
      </p:grpSp>
      <p:sp>
        <p:nvSpPr>
          <p:cNvPr name="TextBox 5" id="5"/>
          <p:cNvSpPr txBox="true"/>
          <p:nvPr/>
        </p:nvSpPr>
        <p:spPr>
          <a:xfrm rot="0">
            <a:off x="6517545" y="-123825"/>
            <a:ext cx="5252909" cy="1155728"/>
          </a:xfrm>
          <a:prstGeom prst="rect">
            <a:avLst/>
          </a:prstGeom>
        </p:spPr>
        <p:txBody>
          <a:bodyPr anchor="t" rtlCol="false" tIns="0" lIns="0" bIns="0" rIns="0">
            <a:spAutoFit/>
          </a:bodyPr>
          <a:lstStyle/>
          <a:p>
            <a:pPr algn="ctr">
              <a:lnSpc>
                <a:spcPts val="9486"/>
              </a:lnSpc>
              <a:spcBef>
                <a:spcPct val="0"/>
              </a:spcBef>
            </a:pPr>
            <a:r>
              <a:rPr lang="en-US" sz="6776">
                <a:solidFill>
                  <a:srgbClr val="545C9E"/>
                </a:solidFill>
                <a:latin typeface="Le Petit Cochon"/>
                <a:ea typeface="Le Petit Cochon"/>
                <a:cs typeface="Le Petit Cochon"/>
                <a:sym typeface="Le Petit Cochon"/>
              </a:rPr>
              <a:t>KEY FEATURES</a:t>
            </a:r>
          </a:p>
        </p:txBody>
      </p:sp>
      <p:grpSp>
        <p:nvGrpSpPr>
          <p:cNvPr name="Group 6" id="6"/>
          <p:cNvGrpSpPr/>
          <p:nvPr/>
        </p:nvGrpSpPr>
        <p:grpSpPr>
          <a:xfrm rot="0">
            <a:off x="1942135" y="3801454"/>
            <a:ext cx="5638154" cy="1923039"/>
            <a:chOff x="0" y="0"/>
            <a:chExt cx="12954000" cy="6359775"/>
          </a:xfrm>
        </p:grpSpPr>
        <p:sp>
          <p:nvSpPr>
            <p:cNvPr name="Freeform 7" id="7"/>
            <p:cNvSpPr/>
            <p:nvPr/>
          </p:nvSpPr>
          <p:spPr>
            <a:xfrm flipH="false" flipV="false" rot="0">
              <a:off x="0" y="4888"/>
              <a:ext cx="18646212" cy="6354688"/>
            </a:xfrm>
            <a:custGeom>
              <a:avLst/>
              <a:gdLst/>
              <a:ahLst/>
              <a:cxnLst/>
              <a:rect r="r" b="b" t="t" l="l"/>
              <a:pathLst>
                <a:path h="6354688" w="18646212">
                  <a:moveTo>
                    <a:pt x="0" y="0"/>
                  </a:moveTo>
                  <a:lnTo>
                    <a:pt x="0" y="5668888"/>
                  </a:lnTo>
                  <a:cubicBezTo>
                    <a:pt x="226715" y="5668888"/>
                    <a:pt x="339402" y="5812073"/>
                    <a:pt x="469887" y="5977867"/>
                  </a:cubicBezTo>
                  <a:cubicBezTo>
                    <a:pt x="608905" y="6154502"/>
                    <a:pt x="766453" y="6354688"/>
                    <a:pt x="1079487" y="6354688"/>
                  </a:cubicBezTo>
                  <a:cubicBezTo>
                    <a:pt x="1392522" y="6354688"/>
                    <a:pt x="1550057" y="6154489"/>
                    <a:pt x="1689062" y="5977867"/>
                  </a:cubicBezTo>
                  <a:cubicBezTo>
                    <a:pt x="1819534" y="5812073"/>
                    <a:pt x="1932223" y="5668888"/>
                    <a:pt x="2158912" y="5668888"/>
                  </a:cubicBezTo>
                  <a:cubicBezTo>
                    <a:pt x="2385602" y="5668888"/>
                    <a:pt x="2498302" y="5812073"/>
                    <a:pt x="2628787" y="5977867"/>
                  </a:cubicBezTo>
                  <a:cubicBezTo>
                    <a:pt x="2767792" y="6154502"/>
                    <a:pt x="2925352" y="6354688"/>
                    <a:pt x="3238387" y="6354688"/>
                  </a:cubicBezTo>
                  <a:cubicBezTo>
                    <a:pt x="3551422" y="6354688"/>
                    <a:pt x="3708982" y="6154489"/>
                    <a:pt x="3848000" y="5977867"/>
                  </a:cubicBezTo>
                  <a:cubicBezTo>
                    <a:pt x="3978485" y="5812073"/>
                    <a:pt x="4091173" y="5668888"/>
                    <a:pt x="4317874" y="5668888"/>
                  </a:cubicBezTo>
                  <a:cubicBezTo>
                    <a:pt x="4843260" y="5668888"/>
                    <a:pt x="5104500" y="5812073"/>
                    <a:pt x="5406996" y="5977867"/>
                  </a:cubicBezTo>
                  <a:cubicBezTo>
                    <a:pt x="5729246" y="6154502"/>
                    <a:pt x="6094510" y="6354688"/>
                    <a:pt x="6820174" y="6354688"/>
                  </a:cubicBezTo>
                  <a:cubicBezTo>
                    <a:pt x="7545838" y="6354688"/>
                    <a:pt x="7911161" y="6154489"/>
                    <a:pt x="8233439" y="5977867"/>
                  </a:cubicBezTo>
                  <a:cubicBezTo>
                    <a:pt x="8535936" y="5812073"/>
                    <a:pt x="8797176" y="5668888"/>
                    <a:pt x="9322757" y="5668888"/>
                  </a:cubicBezTo>
                  <a:cubicBezTo>
                    <a:pt x="9848337" y="5668888"/>
                    <a:pt x="10109577" y="5812073"/>
                    <a:pt x="10412075" y="5977867"/>
                  </a:cubicBezTo>
                  <a:cubicBezTo>
                    <a:pt x="10734353" y="6154502"/>
                    <a:pt x="11099587" y="6354688"/>
                    <a:pt x="11825281" y="6354688"/>
                  </a:cubicBezTo>
                  <a:cubicBezTo>
                    <a:pt x="12550973" y="6354688"/>
                    <a:pt x="12916267" y="6154489"/>
                    <a:pt x="13238547" y="5977867"/>
                  </a:cubicBezTo>
                  <a:cubicBezTo>
                    <a:pt x="13541042" y="5812073"/>
                    <a:pt x="13802283" y="5668888"/>
                    <a:pt x="14327863" y="5668888"/>
                  </a:cubicBezTo>
                  <a:cubicBezTo>
                    <a:pt x="14554777" y="5668888"/>
                    <a:pt x="14667452" y="5812073"/>
                    <a:pt x="14797937" y="5977867"/>
                  </a:cubicBezTo>
                  <a:cubicBezTo>
                    <a:pt x="14936955" y="6154489"/>
                    <a:pt x="15094514" y="6354688"/>
                    <a:pt x="15407549" y="6354688"/>
                  </a:cubicBezTo>
                  <a:cubicBezTo>
                    <a:pt x="15720586" y="6354688"/>
                    <a:pt x="15878156" y="6154502"/>
                    <a:pt x="16017176" y="5977867"/>
                  </a:cubicBezTo>
                  <a:cubicBezTo>
                    <a:pt x="16147659" y="5812073"/>
                    <a:pt x="16260359" y="5668888"/>
                    <a:pt x="16487076" y="5668888"/>
                  </a:cubicBezTo>
                  <a:cubicBezTo>
                    <a:pt x="16713791" y="5668888"/>
                    <a:pt x="16826503" y="5812073"/>
                    <a:pt x="16956988" y="5977867"/>
                  </a:cubicBezTo>
                  <a:cubicBezTo>
                    <a:pt x="17096006" y="6154489"/>
                    <a:pt x="17253578" y="6354688"/>
                    <a:pt x="17566638" y="6354688"/>
                  </a:cubicBezTo>
                  <a:cubicBezTo>
                    <a:pt x="17879698" y="6354688"/>
                    <a:pt x="18037256" y="6154502"/>
                    <a:pt x="18176287" y="5977867"/>
                  </a:cubicBezTo>
                  <a:cubicBezTo>
                    <a:pt x="18306785" y="5812073"/>
                    <a:pt x="18419485" y="5668888"/>
                    <a:pt x="18646212" y="5668888"/>
                  </a:cubicBezTo>
                  <a:lnTo>
                    <a:pt x="18646212" y="0"/>
                  </a:lnTo>
                  <a:lnTo>
                    <a:pt x="0" y="0"/>
                  </a:lnTo>
                  <a:close/>
                </a:path>
              </a:pathLst>
            </a:custGeom>
            <a:solidFill>
              <a:srgbClr val="ABA5DE"/>
            </a:solidFill>
          </p:spPr>
        </p:sp>
      </p:grpSp>
      <p:grpSp>
        <p:nvGrpSpPr>
          <p:cNvPr name="Group 8" id="8"/>
          <p:cNvGrpSpPr/>
          <p:nvPr/>
        </p:nvGrpSpPr>
        <p:grpSpPr>
          <a:xfrm rot="0">
            <a:off x="1942135" y="6401020"/>
            <a:ext cx="5638154" cy="1923039"/>
            <a:chOff x="0" y="0"/>
            <a:chExt cx="12954000" cy="6359775"/>
          </a:xfrm>
        </p:grpSpPr>
        <p:sp>
          <p:nvSpPr>
            <p:cNvPr name="Freeform 9" id="9"/>
            <p:cNvSpPr/>
            <p:nvPr/>
          </p:nvSpPr>
          <p:spPr>
            <a:xfrm flipH="false" flipV="false" rot="0">
              <a:off x="0" y="4888"/>
              <a:ext cx="18646212" cy="6354688"/>
            </a:xfrm>
            <a:custGeom>
              <a:avLst/>
              <a:gdLst/>
              <a:ahLst/>
              <a:cxnLst/>
              <a:rect r="r" b="b" t="t" l="l"/>
              <a:pathLst>
                <a:path h="6354688" w="18646212">
                  <a:moveTo>
                    <a:pt x="0" y="0"/>
                  </a:moveTo>
                  <a:lnTo>
                    <a:pt x="0" y="5668888"/>
                  </a:lnTo>
                  <a:cubicBezTo>
                    <a:pt x="226715" y="5668888"/>
                    <a:pt x="339402" y="5812073"/>
                    <a:pt x="469887" y="5977867"/>
                  </a:cubicBezTo>
                  <a:cubicBezTo>
                    <a:pt x="608905" y="6154502"/>
                    <a:pt x="766453" y="6354688"/>
                    <a:pt x="1079487" y="6354688"/>
                  </a:cubicBezTo>
                  <a:cubicBezTo>
                    <a:pt x="1392522" y="6354688"/>
                    <a:pt x="1550057" y="6154489"/>
                    <a:pt x="1689062" y="5977867"/>
                  </a:cubicBezTo>
                  <a:cubicBezTo>
                    <a:pt x="1819534" y="5812073"/>
                    <a:pt x="1932223" y="5668888"/>
                    <a:pt x="2158912" y="5668888"/>
                  </a:cubicBezTo>
                  <a:cubicBezTo>
                    <a:pt x="2385602" y="5668888"/>
                    <a:pt x="2498302" y="5812073"/>
                    <a:pt x="2628787" y="5977867"/>
                  </a:cubicBezTo>
                  <a:cubicBezTo>
                    <a:pt x="2767792" y="6154502"/>
                    <a:pt x="2925352" y="6354688"/>
                    <a:pt x="3238387" y="6354688"/>
                  </a:cubicBezTo>
                  <a:cubicBezTo>
                    <a:pt x="3551422" y="6354688"/>
                    <a:pt x="3708982" y="6154489"/>
                    <a:pt x="3848000" y="5977867"/>
                  </a:cubicBezTo>
                  <a:cubicBezTo>
                    <a:pt x="3978485" y="5812073"/>
                    <a:pt x="4091173" y="5668888"/>
                    <a:pt x="4317874" y="5668888"/>
                  </a:cubicBezTo>
                  <a:cubicBezTo>
                    <a:pt x="4843260" y="5668888"/>
                    <a:pt x="5104500" y="5812073"/>
                    <a:pt x="5406996" y="5977867"/>
                  </a:cubicBezTo>
                  <a:cubicBezTo>
                    <a:pt x="5729246" y="6154502"/>
                    <a:pt x="6094510" y="6354688"/>
                    <a:pt x="6820174" y="6354688"/>
                  </a:cubicBezTo>
                  <a:cubicBezTo>
                    <a:pt x="7545838" y="6354688"/>
                    <a:pt x="7911161" y="6154489"/>
                    <a:pt x="8233439" y="5977867"/>
                  </a:cubicBezTo>
                  <a:cubicBezTo>
                    <a:pt x="8535936" y="5812073"/>
                    <a:pt x="8797176" y="5668888"/>
                    <a:pt x="9322757" y="5668888"/>
                  </a:cubicBezTo>
                  <a:cubicBezTo>
                    <a:pt x="9848337" y="5668888"/>
                    <a:pt x="10109577" y="5812073"/>
                    <a:pt x="10412075" y="5977867"/>
                  </a:cubicBezTo>
                  <a:cubicBezTo>
                    <a:pt x="10734353" y="6154502"/>
                    <a:pt x="11099587" y="6354688"/>
                    <a:pt x="11825281" y="6354688"/>
                  </a:cubicBezTo>
                  <a:cubicBezTo>
                    <a:pt x="12550973" y="6354688"/>
                    <a:pt x="12916267" y="6154489"/>
                    <a:pt x="13238547" y="5977867"/>
                  </a:cubicBezTo>
                  <a:cubicBezTo>
                    <a:pt x="13541042" y="5812073"/>
                    <a:pt x="13802283" y="5668888"/>
                    <a:pt x="14327863" y="5668888"/>
                  </a:cubicBezTo>
                  <a:cubicBezTo>
                    <a:pt x="14554777" y="5668888"/>
                    <a:pt x="14667452" y="5812073"/>
                    <a:pt x="14797937" y="5977867"/>
                  </a:cubicBezTo>
                  <a:cubicBezTo>
                    <a:pt x="14936955" y="6154489"/>
                    <a:pt x="15094514" y="6354688"/>
                    <a:pt x="15407549" y="6354688"/>
                  </a:cubicBezTo>
                  <a:cubicBezTo>
                    <a:pt x="15720586" y="6354688"/>
                    <a:pt x="15878156" y="6154502"/>
                    <a:pt x="16017176" y="5977867"/>
                  </a:cubicBezTo>
                  <a:cubicBezTo>
                    <a:pt x="16147659" y="5812073"/>
                    <a:pt x="16260359" y="5668888"/>
                    <a:pt x="16487076" y="5668888"/>
                  </a:cubicBezTo>
                  <a:cubicBezTo>
                    <a:pt x="16713791" y="5668888"/>
                    <a:pt x="16826503" y="5812073"/>
                    <a:pt x="16956988" y="5977867"/>
                  </a:cubicBezTo>
                  <a:cubicBezTo>
                    <a:pt x="17096006" y="6154489"/>
                    <a:pt x="17253578" y="6354688"/>
                    <a:pt x="17566638" y="6354688"/>
                  </a:cubicBezTo>
                  <a:cubicBezTo>
                    <a:pt x="17879698" y="6354688"/>
                    <a:pt x="18037256" y="6154502"/>
                    <a:pt x="18176287" y="5977867"/>
                  </a:cubicBezTo>
                  <a:cubicBezTo>
                    <a:pt x="18306785" y="5812073"/>
                    <a:pt x="18419485" y="5668888"/>
                    <a:pt x="18646212" y="5668888"/>
                  </a:cubicBezTo>
                  <a:lnTo>
                    <a:pt x="18646212" y="0"/>
                  </a:lnTo>
                  <a:lnTo>
                    <a:pt x="0" y="0"/>
                  </a:lnTo>
                  <a:close/>
                </a:path>
              </a:pathLst>
            </a:custGeom>
            <a:solidFill>
              <a:srgbClr val="ABA5DE"/>
            </a:solidFill>
          </p:spPr>
        </p:sp>
      </p:grpSp>
      <p:grpSp>
        <p:nvGrpSpPr>
          <p:cNvPr name="Group 10" id="10"/>
          <p:cNvGrpSpPr/>
          <p:nvPr/>
        </p:nvGrpSpPr>
        <p:grpSpPr>
          <a:xfrm rot="0">
            <a:off x="11120142" y="1201887"/>
            <a:ext cx="5638154" cy="1923039"/>
            <a:chOff x="0" y="0"/>
            <a:chExt cx="12954000" cy="6359775"/>
          </a:xfrm>
        </p:grpSpPr>
        <p:sp>
          <p:nvSpPr>
            <p:cNvPr name="Freeform 11" id="11"/>
            <p:cNvSpPr/>
            <p:nvPr/>
          </p:nvSpPr>
          <p:spPr>
            <a:xfrm flipH="false" flipV="false" rot="0">
              <a:off x="0" y="4888"/>
              <a:ext cx="18646212" cy="6354688"/>
            </a:xfrm>
            <a:custGeom>
              <a:avLst/>
              <a:gdLst/>
              <a:ahLst/>
              <a:cxnLst/>
              <a:rect r="r" b="b" t="t" l="l"/>
              <a:pathLst>
                <a:path h="6354688" w="18646212">
                  <a:moveTo>
                    <a:pt x="0" y="0"/>
                  </a:moveTo>
                  <a:lnTo>
                    <a:pt x="0" y="5668888"/>
                  </a:lnTo>
                  <a:cubicBezTo>
                    <a:pt x="226715" y="5668888"/>
                    <a:pt x="339402" y="5812073"/>
                    <a:pt x="469887" y="5977867"/>
                  </a:cubicBezTo>
                  <a:cubicBezTo>
                    <a:pt x="608905" y="6154502"/>
                    <a:pt x="766453" y="6354688"/>
                    <a:pt x="1079487" y="6354688"/>
                  </a:cubicBezTo>
                  <a:cubicBezTo>
                    <a:pt x="1392522" y="6354688"/>
                    <a:pt x="1550057" y="6154489"/>
                    <a:pt x="1689062" y="5977867"/>
                  </a:cubicBezTo>
                  <a:cubicBezTo>
                    <a:pt x="1819534" y="5812073"/>
                    <a:pt x="1932223" y="5668888"/>
                    <a:pt x="2158912" y="5668888"/>
                  </a:cubicBezTo>
                  <a:cubicBezTo>
                    <a:pt x="2385602" y="5668888"/>
                    <a:pt x="2498302" y="5812073"/>
                    <a:pt x="2628787" y="5977867"/>
                  </a:cubicBezTo>
                  <a:cubicBezTo>
                    <a:pt x="2767792" y="6154502"/>
                    <a:pt x="2925352" y="6354688"/>
                    <a:pt x="3238387" y="6354688"/>
                  </a:cubicBezTo>
                  <a:cubicBezTo>
                    <a:pt x="3551422" y="6354688"/>
                    <a:pt x="3708982" y="6154489"/>
                    <a:pt x="3848000" y="5977867"/>
                  </a:cubicBezTo>
                  <a:cubicBezTo>
                    <a:pt x="3978485" y="5812073"/>
                    <a:pt x="4091173" y="5668888"/>
                    <a:pt x="4317874" y="5668888"/>
                  </a:cubicBezTo>
                  <a:cubicBezTo>
                    <a:pt x="4843260" y="5668888"/>
                    <a:pt x="5104500" y="5812073"/>
                    <a:pt x="5406996" y="5977867"/>
                  </a:cubicBezTo>
                  <a:cubicBezTo>
                    <a:pt x="5729246" y="6154502"/>
                    <a:pt x="6094510" y="6354688"/>
                    <a:pt x="6820174" y="6354688"/>
                  </a:cubicBezTo>
                  <a:cubicBezTo>
                    <a:pt x="7545838" y="6354688"/>
                    <a:pt x="7911161" y="6154489"/>
                    <a:pt x="8233439" y="5977867"/>
                  </a:cubicBezTo>
                  <a:cubicBezTo>
                    <a:pt x="8535936" y="5812073"/>
                    <a:pt x="8797176" y="5668888"/>
                    <a:pt x="9322757" y="5668888"/>
                  </a:cubicBezTo>
                  <a:cubicBezTo>
                    <a:pt x="9848337" y="5668888"/>
                    <a:pt x="10109577" y="5812073"/>
                    <a:pt x="10412075" y="5977867"/>
                  </a:cubicBezTo>
                  <a:cubicBezTo>
                    <a:pt x="10734353" y="6154502"/>
                    <a:pt x="11099587" y="6354688"/>
                    <a:pt x="11825281" y="6354688"/>
                  </a:cubicBezTo>
                  <a:cubicBezTo>
                    <a:pt x="12550973" y="6354688"/>
                    <a:pt x="12916267" y="6154489"/>
                    <a:pt x="13238547" y="5977867"/>
                  </a:cubicBezTo>
                  <a:cubicBezTo>
                    <a:pt x="13541042" y="5812073"/>
                    <a:pt x="13802283" y="5668888"/>
                    <a:pt x="14327863" y="5668888"/>
                  </a:cubicBezTo>
                  <a:cubicBezTo>
                    <a:pt x="14554777" y="5668888"/>
                    <a:pt x="14667452" y="5812073"/>
                    <a:pt x="14797937" y="5977867"/>
                  </a:cubicBezTo>
                  <a:cubicBezTo>
                    <a:pt x="14936955" y="6154489"/>
                    <a:pt x="15094514" y="6354688"/>
                    <a:pt x="15407549" y="6354688"/>
                  </a:cubicBezTo>
                  <a:cubicBezTo>
                    <a:pt x="15720586" y="6354688"/>
                    <a:pt x="15878156" y="6154502"/>
                    <a:pt x="16017176" y="5977867"/>
                  </a:cubicBezTo>
                  <a:cubicBezTo>
                    <a:pt x="16147659" y="5812073"/>
                    <a:pt x="16260359" y="5668888"/>
                    <a:pt x="16487076" y="5668888"/>
                  </a:cubicBezTo>
                  <a:cubicBezTo>
                    <a:pt x="16713791" y="5668888"/>
                    <a:pt x="16826503" y="5812073"/>
                    <a:pt x="16956988" y="5977867"/>
                  </a:cubicBezTo>
                  <a:cubicBezTo>
                    <a:pt x="17096006" y="6154489"/>
                    <a:pt x="17253578" y="6354688"/>
                    <a:pt x="17566638" y="6354688"/>
                  </a:cubicBezTo>
                  <a:cubicBezTo>
                    <a:pt x="17879698" y="6354688"/>
                    <a:pt x="18037256" y="6154502"/>
                    <a:pt x="18176287" y="5977867"/>
                  </a:cubicBezTo>
                  <a:cubicBezTo>
                    <a:pt x="18306785" y="5812073"/>
                    <a:pt x="18419485" y="5668888"/>
                    <a:pt x="18646212" y="5668888"/>
                  </a:cubicBezTo>
                  <a:lnTo>
                    <a:pt x="18646212" y="0"/>
                  </a:lnTo>
                  <a:lnTo>
                    <a:pt x="0" y="0"/>
                  </a:lnTo>
                  <a:close/>
                </a:path>
              </a:pathLst>
            </a:custGeom>
            <a:solidFill>
              <a:srgbClr val="ABA5DE"/>
            </a:solidFill>
          </p:spPr>
        </p:sp>
      </p:grpSp>
      <p:grpSp>
        <p:nvGrpSpPr>
          <p:cNvPr name="Group 12" id="12"/>
          <p:cNvGrpSpPr/>
          <p:nvPr/>
        </p:nvGrpSpPr>
        <p:grpSpPr>
          <a:xfrm rot="0">
            <a:off x="11120142" y="3801454"/>
            <a:ext cx="5638154" cy="1923039"/>
            <a:chOff x="0" y="0"/>
            <a:chExt cx="12954000" cy="6359775"/>
          </a:xfrm>
        </p:grpSpPr>
        <p:sp>
          <p:nvSpPr>
            <p:cNvPr name="Freeform 13" id="13"/>
            <p:cNvSpPr/>
            <p:nvPr/>
          </p:nvSpPr>
          <p:spPr>
            <a:xfrm flipH="false" flipV="false" rot="0">
              <a:off x="0" y="4888"/>
              <a:ext cx="18646212" cy="6354688"/>
            </a:xfrm>
            <a:custGeom>
              <a:avLst/>
              <a:gdLst/>
              <a:ahLst/>
              <a:cxnLst/>
              <a:rect r="r" b="b" t="t" l="l"/>
              <a:pathLst>
                <a:path h="6354688" w="18646212">
                  <a:moveTo>
                    <a:pt x="0" y="0"/>
                  </a:moveTo>
                  <a:lnTo>
                    <a:pt x="0" y="5668888"/>
                  </a:lnTo>
                  <a:cubicBezTo>
                    <a:pt x="226715" y="5668888"/>
                    <a:pt x="339402" y="5812073"/>
                    <a:pt x="469887" y="5977867"/>
                  </a:cubicBezTo>
                  <a:cubicBezTo>
                    <a:pt x="608905" y="6154502"/>
                    <a:pt x="766453" y="6354688"/>
                    <a:pt x="1079487" y="6354688"/>
                  </a:cubicBezTo>
                  <a:cubicBezTo>
                    <a:pt x="1392522" y="6354688"/>
                    <a:pt x="1550057" y="6154489"/>
                    <a:pt x="1689062" y="5977867"/>
                  </a:cubicBezTo>
                  <a:cubicBezTo>
                    <a:pt x="1819534" y="5812073"/>
                    <a:pt x="1932223" y="5668888"/>
                    <a:pt x="2158912" y="5668888"/>
                  </a:cubicBezTo>
                  <a:cubicBezTo>
                    <a:pt x="2385602" y="5668888"/>
                    <a:pt x="2498302" y="5812073"/>
                    <a:pt x="2628787" y="5977867"/>
                  </a:cubicBezTo>
                  <a:cubicBezTo>
                    <a:pt x="2767792" y="6154502"/>
                    <a:pt x="2925352" y="6354688"/>
                    <a:pt x="3238387" y="6354688"/>
                  </a:cubicBezTo>
                  <a:cubicBezTo>
                    <a:pt x="3551422" y="6354688"/>
                    <a:pt x="3708982" y="6154489"/>
                    <a:pt x="3848000" y="5977867"/>
                  </a:cubicBezTo>
                  <a:cubicBezTo>
                    <a:pt x="3978485" y="5812073"/>
                    <a:pt x="4091173" y="5668888"/>
                    <a:pt x="4317874" y="5668888"/>
                  </a:cubicBezTo>
                  <a:cubicBezTo>
                    <a:pt x="4843260" y="5668888"/>
                    <a:pt x="5104500" y="5812073"/>
                    <a:pt x="5406996" y="5977867"/>
                  </a:cubicBezTo>
                  <a:cubicBezTo>
                    <a:pt x="5729246" y="6154502"/>
                    <a:pt x="6094510" y="6354688"/>
                    <a:pt x="6820174" y="6354688"/>
                  </a:cubicBezTo>
                  <a:cubicBezTo>
                    <a:pt x="7545838" y="6354688"/>
                    <a:pt x="7911161" y="6154489"/>
                    <a:pt x="8233439" y="5977867"/>
                  </a:cubicBezTo>
                  <a:cubicBezTo>
                    <a:pt x="8535936" y="5812073"/>
                    <a:pt x="8797176" y="5668888"/>
                    <a:pt x="9322757" y="5668888"/>
                  </a:cubicBezTo>
                  <a:cubicBezTo>
                    <a:pt x="9848337" y="5668888"/>
                    <a:pt x="10109577" y="5812073"/>
                    <a:pt x="10412075" y="5977867"/>
                  </a:cubicBezTo>
                  <a:cubicBezTo>
                    <a:pt x="10734353" y="6154502"/>
                    <a:pt x="11099587" y="6354688"/>
                    <a:pt x="11825281" y="6354688"/>
                  </a:cubicBezTo>
                  <a:cubicBezTo>
                    <a:pt x="12550973" y="6354688"/>
                    <a:pt x="12916267" y="6154489"/>
                    <a:pt x="13238547" y="5977867"/>
                  </a:cubicBezTo>
                  <a:cubicBezTo>
                    <a:pt x="13541042" y="5812073"/>
                    <a:pt x="13802283" y="5668888"/>
                    <a:pt x="14327863" y="5668888"/>
                  </a:cubicBezTo>
                  <a:cubicBezTo>
                    <a:pt x="14554777" y="5668888"/>
                    <a:pt x="14667452" y="5812073"/>
                    <a:pt x="14797937" y="5977867"/>
                  </a:cubicBezTo>
                  <a:cubicBezTo>
                    <a:pt x="14936955" y="6154489"/>
                    <a:pt x="15094514" y="6354688"/>
                    <a:pt x="15407549" y="6354688"/>
                  </a:cubicBezTo>
                  <a:cubicBezTo>
                    <a:pt x="15720586" y="6354688"/>
                    <a:pt x="15878156" y="6154502"/>
                    <a:pt x="16017176" y="5977867"/>
                  </a:cubicBezTo>
                  <a:cubicBezTo>
                    <a:pt x="16147659" y="5812073"/>
                    <a:pt x="16260359" y="5668888"/>
                    <a:pt x="16487076" y="5668888"/>
                  </a:cubicBezTo>
                  <a:cubicBezTo>
                    <a:pt x="16713791" y="5668888"/>
                    <a:pt x="16826503" y="5812073"/>
                    <a:pt x="16956988" y="5977867"/>
                  </a:cubicBezTo>
                  <a:cubicBezTo>
                    <a:pt x="17096006" y="6154489"/>
                    <a:pt x="17253578" y="6354688"/>
                    <a:pt x="17566638" y="6354688"/>
                  </a:cubicBezTo>
                  <a:cubicBezTo>
                    <a:pt x="17879698" y="6354688"/>
                    <a:pt x="18037256" y="6154502"/>
                    <a:pt x="18176287" y="5977867"/>
                  </a:cubicBezTo>
                  <a:cubicBezTo>
                    <a:pt x="18306785" y="5812073"/>
                    <a:pt x="18419485" y="5668888"/>
                    <a:pt x="18646212" y="5668888"/>
                  </a:cubicBezTo>
                  <a:lnTo>
                    <a:pt x="18646212" y="0"/>
                  </a:lnTo>
                  <a:lnTo>
                    <a:pt x="0" y="0"/>
                  </a:lnTo>
                  <a:close/>
                </a:path>
              </a:pathLst>
            </a:custGeom>
            <a:solidFill>
              <a:srgbClr val="ABA5DE"/>
            </a:solidFill>
          </p:spPr>
        </p:sp>
      </p:grpSp>
      <p:grpSp>
        <p:nvGrpSpPr>
          <p:cNvPr name="Group 14" id="14"/>
          <p:cNvGrpSpPr/>
          <p:nvPr/>
        </p:nvGrpSpPr>
        <p:grpSpPr>
          <a:xfrm rot="0">
            <a:off x="11087519" y="6401020"/>
            <a:ext cx="5670777" cy="1912039"/>
            <a:chOff x="0" y="0"/>
            <a:chExt cx="12954000" cy="6359775"/>
          </a:xfrm>
        </p:grpSpPr>
        <p:sp>
          <p:nvSpPr>
            <p:cNvPr name="Freeform 15" id="15"/>
            <p:cNvSpPr/>
            <p:nvPr/>
          </p:nvSpPr>
          <p:spPr>
            <a:xfrm flipH="false" flipV="false" rot="0">
              <a:off x="0" y="4888"/>
              <a:ext cx="18861988" cy="6354688"/>
            </a:xfrm>
            <a:custGeom>
              <a:avLst/>
              <a:gdLst/>
              <a:ahLst/>
              <a:cxnLst/>
              <a:rect r="r" b="b" t="t" l="l"/>
              <a:pathLst>
                <a:path h="6354688" w="18861988">
                  <a:moveTo>
                    <a:pt x="0" y="0"/>
                  </a:moveTo>
                  <a:lnTo>
                    <a:pt x="0" y="5668888"/>
                  </a:lnTo>
                  <a:cubicBezTo>
                    <a:pt x="226715" y="5668888"/>
                    <a:pt x="339402" y="5812073"/>
                    <a:pt x="469887" y="5977867"/>
                  </a:cubicBezTo>
                  <a:cubicBezTo>
                    <a:pt x="608905" y="6154502"/>
                    <a:pt x="766453" y="6354688"/>
                    <a:pt x="1079487" y="6354688"/>
                  </a:cubicBezTo>
                  <a:cubicBezTo>
                    <a:pt x="1392522" y="6354688"/>
                    <a:pt x="1550057" y="6154489"/>
                    <a:pt x="1689062" y="5977867"/>
                  </a:cubicBezTo>
                  <a:cubicBezTo>
                    <a:pt x="1819534" y="5812073"/>
                    <a:pt x="1932223" y="5668888"/>
                    <a:pt x="2158912" y="5668888"/>
                  </a:cubicBezTo>
                  <a:cubicBezTo>
                    <a:pt x="2385602" y="5668888"/>
                    <a:pt x="2498302" y="5812073"/>
                    <a:pt x="2628787" y="5977867"/>
                  </a:cubicBezTo>
                  <a:cubicBezTo>
                    <a:pt x="2767792" y="6154502"/>
                    <a:pt x="2925352" y="6354688"/>
                    <a:pt x="3238387" y="6354688"/>
                  </a:cubicBezTo>
                  <a:cubicBezTo>
                    <a:pt x="3551422" y="6354688"/>
                    <a:pt x="3708982" y="6154489"/>
                    <a:pt x="3848000" y="5977867"/>
                  </a:cubicBezTo>
                  <a:cubicBezTo>
                    <a:pt x="3978485" y="5812073"/>
                    <a:pt x="4091173" y="5668888"/>
                    <a:pt x="4317874" y="5668888"/>
                  </a:cubicBezTo>
                  <a:cubicBezTo>
                    <a:pt x="4854582" y="5668888"/>
                    <a:pt x="5121453" y="5812073"/>
                    <a:pt x="5430470" y="5977867"/>
                  </a:cubicBezTo>
                  <a:cubicBezTo>
                    <a:pt x="5759666" y="6154502"/>
                    <a:pt x="6132804" y="6354688"/>
                    <a:pt x="6874110" y="6354688"/>
                  </a:cubicBezTo>
                  <a:cubicBezTo>
                    <a:pt x="7615416" y="6354688"/>
                    <a:pt x="7988613" y="6154489"/>
                    <a:pt x="8317839" y="5977867"/>
                  </a:cubicBezTo>
                  <a:cubicBezTo>
                    <a:pt x="8626856" y="5812073"/>
                    <a:pt x="8893727" y="5668888"/>
                    <a:pt x="9430637" y="5668888"/>
                  </a:cubicBezTo>
                  <a:cubicBezTo>
                    <a:pt x="9967547" y="5668888"/>
                    <a:pt x="10234418" y="5812073"/>
                    <a:pt x="10543436" y="5977867"/>
                  </a:cubicBezTo>
                  <a:cubicBezTo>
                    <a:pt x="10872661" y="6154502"/>
                    <a:pt x="11245768" y="6354688"/>
                    <a:pt x="11987105" y="6354688"/>
                  </a:cubicBezTo>
                  <a:cubicBezTo>
                    <a:pt x="12728440" y="6354688"/>
                    <a:pt x="13101608" y="6154489"/>
                    <a:pt x="13430834" y="5977867"/>
                  </a:cubicBezTo>
                  <a:cubicBezTo>
                    <a:pt x="13739850" y="5812073"/>
                    <a:pt x="14006722" y="5668888"/>
                    <a:pt x="14543632" y="5668888"/>
                  </a:cubicBezTo>
                  <a:cubicBezTo>
                    <a:pt x="14770553" y="5668888"/>
                    <a:pt x="14883228" y="5812073"/>
                    <a:pt x="15013713" y="5977867"/>
                  </a:cubicBezTo>
                  <a:cubicBezTo>
                    <a:pt x="15152731" y="6154489"/>
                    <a:pt x="15310290" y="6354688"/>
                    <a:pt x="15623325" y="6354688"/>
                  </a:cubicBezTo>
                  <a:cubicBezTo>
                    <a:pt x="15936362" y="6354688"/>
                    <a:pt x="16093932" y="6154502"/>
                    <a:pt x="16232952" y="5977867"/>
                  </a:cubicBezTo>
                  <a:cubicBezTo>
                    <a:pt x="16363435" y="5812073"/>
                    <a:pt x="16476135" y="5668888"/>
                    <a:pt x="16702852" y="5668888"/>
                  </a:cubicBezTo>
                  <a:cubicBezTo>
                    <a:pt x="16929567" y="5668888"/>
                    <a:pt x="17042279" y="5812073"/>
                    <a:pt x="17172764" y="5977867"/>
                  </a:cubicBezTo>
                  <a:cubicBezTo>
                    <a:pt x="17311782" y="6154489"/>
                    <a:pt x="17469354" y="6354688"/>
                    <a:pt x="17782414" y="6354688"/>
                  </a:cubicBezTo>
                  <a:cubicBezTo>
                    <a:pt x="18095474" y="6354688"/>
                    <a:pt x="18253032" y="6154502"/>
                    <a:pt x="18392063" y="5977867"/>
                  </a:cubicBezTo>
                  <a:cubicBezTo>
                    <a:pt x="18522561" y="5812073"/>
                    <a:pt x="18635261" y="5668888"/>
                    <a:pt x="18861988" y="5668888"/>
                  </a:cubicBezTo>
                  <a:lnTo>
                    <a:pt x="18861988" y="0"/>
                  </a:lnTo>
                  <a:lnTo>
                    <a:pt x="0" y="0"/>
                  </a:lnTo>
                  <a:close/>
                </a:path>
              </a:pathLst>
            </a:custGeom>
            <a:solidFill>
              <a:srgbClr val="ABA5DE"/>
            </a:solidFill>
          </p:spPr>
        </p:sp>
      </p:grpSp>
      <p:sp>
        <p:nvSpPr>
          <p:cNvPr name="TextBox 16" id="16"/>
          <p:cNvSpPr txBox="true"/>
          <p:nvPr/>
        </p:nvSpPr>
        <p:spPr>
          <a:xfrm rot="0">
            <a:off x="1746399" y="1424374"/>
            <a:ext cx="5638154" cy="1401866"/>
          </a:xfrm>
          <a:prstGeom prst="rect">
            <a:avLst/>
          </a:prstGeom>
        </p:spPr>
        <p:txBody>
          <a:bodyPr anchor="t" rtlCol="false" tIns="0" lIns="0" bIns="0" rIns="0">
            <a:spAutoFit/>
          </a:bodyPr>
          <a:lstStyle/>
          <a:p>
            <a:pPr algn="ctr">
              <a:lnSpc>
                <a:spcPts val="5681"/>
              </a:lnSpc>
              <a:spcBef>
                <a:spcPct val="0"/>
              </a:spcBef>
            </a:pPr>
            <a:r>
              <a:rPr lang="en-US" sz="4058">
                <a:solidFill>
                  <a:srgbClr val="545C9E"/>
                </a:solidFill>
                <a:latin typeface="Schoolbell"/>
                <a:ea typeface="Schoolbell"/>
                <a:cs typeface="Schoolbell"/>
                <a:sym typeface="Schoolbell"/>
              </a:rPr>
              <a:t>👤 Student Login &amp; Registration</a:t>
            </a:r>
          </a:p>
        </p:txBody>
      </p:sp>
      <p:sp>
        <p:nvSpPr>
          <p:cNvPr name="TextBox 17" id="17"/>
          <p:cNvSpPr txBox="true"/>
          <p:nvPr/>
        </p:nvSpPr>
        <p:spPr>
          <a:xfrm rot="0">
            <a:off x="1746399" y="4023940"/>
            <a:ext cx="5638154" cy="1401866"/>
          </a:xfrm>
          <a:prstGeom prst="rect">
            <a:avLst/>
          </a:prstGeom>
        </p:spPr>
        <p:txBody>
          <a:bodyPr anchor="t" rtlCol="false" tIns="0" lIns="0" bIns="0" rIns="0">
            <a:spAutoFit/>
          </a:bodyPr>
          <a:lstStyle/>
          <a:p>
            <a:pPr algn="ctr">
              <a:lnSpc>
                <a:spcPts val="5681"/>
              </a:lnSpc>
              <a:spcBef>
                <a:spcPct val="0"/>
              </a:spcBef>
            </a:pPr>
            <a:r>
              <a:rPr lang="en-US" sz="4058">
                <a:solidFill>
                  <a:srgbClr val="545C9E"/>
                </a:solidFill>
                <a:latin typeface="Schoolbell"/>
                <a:ea typeface="Schoolbell"/>
                <a:cs typeface="Schoolbell"/>
                <a:sym typeface="Schoolbell"/>
              </a:rPr>
              <a:t>📝 Easy Complaint Submission</a:t>
            </a:r>
          </a:p>
        </p:txBody>
      </p:sp>
      <p:sp>
        <p:nvSpPr>
          <p:cNvPr name="TextBox 18" id="18"/>
          <p:cNvSpPr txBox="true"/>
          <p:nvPr/>
        </p:nvSpPr>
        <p:spPr>
          <a:xfrm rot="0">
            <a:off x="1942135" y="6924643"/>
            <a:ext cx="5638154" cy="687491"/>
          </a:xfrm>
          <a:prstGeom prst="rect">
            <a:avLst/>
          </a:prstGeom>
        </p:spPr>
        <p:txBody>
          <a:bodyPr anchor="t" rtlCol="false" tIns="0" lIns="0" bIns="0" rIns="0">
            <a:spAutoFit/>
          </a:bodyPr>
          <a:lstStyle/>
          <a:p>
            <a:pPr algn="ctr">
              <a:lnSpc>
                <a:spcPts val="5681"/>
              </a:lnSpc>
              <a:spcBef>
                <a:spcPct val="0"/>
              </a:spcBef>
            </a:pPr>
            <a:r>
              <a:rPr lang="en-US" sz="4058">
                <a:solidFill>
                  <a:srgbClr val="545C9E"/>
                </a:solidFill>
                <a:latin typeface="Schoolbell"/>
                <a:ea typeface="Schoolbell"/>
                <a:cs typeface="Schoolbell"/>
                <a:sym typeface="Schoolbell"/>
              </a:rPr>
              <a:t>📷 Upload Photos/Evidence</a:t>
            </a:r>
          </a:p>
        </p:txBody>
      </p:sp>
      <p:sp>
        <p:nvSpPr>
          <p:cNvPr name="TextBox 19" id="19"/>
          <p:cNvSpPr txBox="true"/>
          <p:nvPr/>
        </p:nvSpPr>
        <p:spPr>
          <a:xfrm rot="0">
            <a:off x="12129238" y="1424374"/>
            <a:ext cx="3908941" cy="1401866"/>
          </a:xfrm>
          <a:prstGeom prst="rect">
            <a:avLst/>
          </a:prstGeom>
        </p:spPr>
        <p:txBody>
          <a:bodyPr anchor="t" rtlCol="false" tIns="0" lIns="0" bIns="0" rIns="0">
            <a:spAutoFit/>
          </a:bodyPr>
          <a:lstStyle/>
          <a:p>
            <a:pPr algn="ctr">
              <a:lnSpc>
                <a:spcPts val="5681"/>
              </a:lnSpc>
              <a:spcBef>
                <a:spcPct val="0"/>
              </a:spcBef>
            </a:pPr>
            <a:r>
              <a:rPr lang="en-US" sz="4058">
                <a:solidFill>
                  <a:srgbClr val="545C9E"/>
                </a:solidFill>
                <a:latin typeface="Schoolbell"/>
                <a:ea typeface="Schoolbell"/>
                <a:cs typeface="Schoolbell"/>
                <a:sym typeface="Schoolbell"/>
              </a:rPr>
              <a:t>👨‍💼 Admin/Warden </a:t>
            </a:r>
          </a:p>
          <a:p>
            <a:pPr algn="ctr">
              <a:lnSpc>
                <a:spcPts val="5681"/>
              </a:lnSpc>
              <a:spcBef>
                <a:spcPct val="0"/>
              </a:spcBef>
            </a:pPr>
            <a:r>
              <a:rPr lang="en-US" sz="4058">
                <a:solidFill>
                  <a:srgbClr val="545C9E"/>
                </a:solidFill>
                <a:latin typeface="Schoolbell"/>
                <a:ea typeface="Schoolbell"/>
                <a:cs typeface="Schoolbell"/>
                <a:sym typeface="Schoolbell"/>
              </a:rPr>
              <a:t>Dashboard</a:t>
            </a:r>
          </a:p>
        </p:txBody>
      </p:sp>
      <p:sp>
        <p:nvSpPr>
          <p:cNvPr name="TextBox 20" id="20"/>
          <p:cNvSpPr txBox="true"/>
          <p:nvPr/>
        </p:nvSpPr>
        <p:spPr>
          <a:xfrm rot="0">
            <a:off x="11087519" y="4023940"/>
            <a:ext cx="5638154" cy="1401866"/>
          </a:xfrm>
          <a:prstGeom prst="rect">
            <a:avLst/>
          </a:prstGeom>
        </p:spPr>
        <p:txBody>
          <a:bodyPr anchor="t" rtlCol="false" tIns="0" lIns="0" bIns="0" rIns="0">
            <a:spAutoFit/>
          </a:bodyPr>
          <a:lstStyle/>
          <a:p>
            <a:pPr algn="ctr">
              <a:lnSpc>
                <a:spcPts val="5681"/>
              </a:lnSpc>
              <a:spcBef>
                <a:spcPct val="0"/>
              </a:spcBef>
            </a:pPr>
            <a:r>
              <a:rPr lang="en-US" sz="4058">
                <a:solidFill>
                  <a:srgbClr val="545C9E"/>
                </a:solidFill>
                <a:latin typeface="Schoolbell"/>
                <a:ea typeface="Schoolbell"/>
                <a:cs typeface="Schoolbell"/>
                <a:sym typeface="Schoolbell"/>
              </a:rPr>
              <a:t>📊 Complaint History &amp; Reports</a:t>
            </a:r>
          </a:p>
        </p:txBody>
      </p:sp>
      <p:sp>
        <p:nvSpPr>
          <p:cNvPr name="TextBox 21" id="21"/>
          <p:cNvSpPr txBox="true"/>
          <p:nvPr/>
        </p:nvSpPr>
        <p:spPr>
          <a:xfrm rot="0">
            <a:off x="11770455" y="6567455"/>
            <a:ext cx="4202906" cy="1401866"/>
          </a:xfrm>
          <a:prstGeom prst="rect">
            <a:avLst/>
          </a:prstGeom>
        </p:spPr>
        <p:txBody>
          <a:bodyPr anchor="t" rtlCol="false" tIns="0" lIns="0" bIns="0" rIns="0">
            <a:spAutoFit/>
          </a:bodyPr>
          <a:lstStyle/>
          <a:p>
            <a:pPr algn="ctr">
              <a:lnSpc>
                <a:spcPts val="5681"/>
              </a:lnSpc>
              <a:spcBef>
                <a:spcPct val="0"/>
              </a:spcBef>
            </a:pPr>
            <a:r>
              <a:rPr lang="en-US" sz="4058">
                <a:solidFill>
                  <a:srgbClr val="545C9E"/>
                </a:solidFill>
                <a:latin typeface="Schoolbell"/>
                <a:ea typeface="Schoolbell"/>
                <a:cs typeface="Schoolbell"/>
                <a:sym typeface="Schoolbell"/>
              </a:rPr>
              <a:t>⭐ Feedback/Rating </a:t>
            </a:r>
          </a:p>
          <a:p>
            <a:pPr algn="ctr">
              <a:lnSpc>
                <a:spcPts val="5681"/>
              </a:lnSpc>
              <a:spcBef>
                <a:spcPct val="0"/>
              </a:spcBef>
            </a:pPr>
            <a:r>
              <a:rPr lang="en-US" sz="4058">
                <a:solidFill>
                  <a:srgbClr val="545C9E"/>
                </a:solidFill>
                <a:latin typeface="Schoolbell"/>
                <a:ea typeface="Schoolbell"/>
                <a:cs typeface="Schoolbell"/>
                <a:sym typeface="Schoolbell"/>
              </a:rPr>
              <a:t>After Resolution</a:t>
            </a:r>
          </a:p>
        </p:txBody>
      </p:sp>
      <p:sp>
        <p:nvSpPr>
          <p:cNvPr name="TextBox 22" id="22"/>
          <p:cNvSpPr txBox="true"/>
          <p:nvPr/>
        </p:nvSpPr>
        <p:spPr>
          <a:xfrm rot="0">
            <a:off x="1942135" y="8570809"/>
            <a:ext cx="3651290" cy="687491"/>
          </a:xfrm>
          <a:prstGeom prst="rect">
            <a:avLst/>
          </a:prstGeom>
        </p:spPr>
        <p:txBody>
          <a:bodyPr anchor="t" rtlCol="false" tIns="0" lIns="0" bIns="0" rIns="0">
            <a:spAutoFit/>
          </a:bodyPr>
          <a:lstStyle/>
          <a:p>
            <a:pPr algn="ctr">
              <a:lnSpc>
                <a:spcPts val="5681"/>
              </a:lnSpc>
              <a:spcBef>
                <a:spcPct val="0"/>
              </a:spcBef>
            </a:pPr>
            <a:r>
              <a:rPr lang="en-US" sz="4058">
                <a:solidFill>
                  <a:srgbClr val="545C9E"/>
                </a:solidFill>
                <a:latin typeface="Schoolbell"/>
                <a:ea typeface="Schoolbell"/>
                <a:cs typeface="Schoolbell"/>
                <a:sym typeface="Schoolbell"/>
              </a:rPr>
              <a:t>Complaint Status:</a:t>
            </a:r>
          </a:p>
        </p:txBody>
      </p:sp>
      <p:sp>
        <p:nvSpPr>
          <p:cNvPr name="TextBox 23" id="23"/>
          <p:cNvSpPr txBox="true"/>
          <p:nvPr/>
        </p:nvSpPr>
        <p:spPr>
          <a:xfrm rot="0">
            <a:off x="1942135" y="9353550"/>
            <a:ext cx="13282612" cy="687491"/>
          </a:xfrm>
          <a:prstGeom prst="rect">
            <a:avLst/>
          </a:prstGeom>
        </p:spPr>
        <p:txBody>
          <a:bodyPr anchor="t" rtlCol="false" tIns="0" lIns="0" bIns="0" rIns="0">
            <a:spAutoFit/>
          </a:bodyPr>
          <a:lstStyle/>
          <a:p>
            <a:pPr algn="ctr">
              <a:lnSpc>
                <a:spcPts val="5681"/>
              </a:lnSpc>
              <a:spcBef>
                <a:spcPct val="0"/>
              </a:spcBef>
            </a:pPr>
            <a:r>
              <a:rPr lang="en-US" sz="4058">
                <a:solidFill>
                  <a:srgbClr val="545C9E"/>
                </a:solidFill>
                <a:latin typeface="Schoolbell"/>
                <a:ea typeface="Schoolbell"/>
                <a:cs typeface="Schoolbell"/>
                <a:sym typeface="Schoolbell"/>
              </a:rPr>
              <a:t>Submitted → In Review → Assigned → In Progress → Resolved</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1830342" y="3395126"/>
            <a:ext cx="6816665" cy="3266351"/>
            <a:chOff x="0" y="0"/>
            <a:chExt cx="12954000" cy="6359775"/>
          </a:xfrm>
        </p:grpSpPr>
        <p:sp>
          <p:nvSpPr>
            <p:cNvPr name="Freeform 4" id="4"/>
            <p:cNvSpPr/>
            <p:nvPr/>
          </p:nvSpPr>
          <p:spPr>
            <a:xfrm flipH="false" flipV="false" rot="0">
              <a:off x="0" y="4888"/>
              <a:ext cx="13272443" cy="6354688"/>
            </a:xfrm>
            <a:custGeom>
              <a:avLst/>
              <a:gdLst/>
              <a:ahLst/>
              <a:cxnLst/>
              <a:rect r="r" b="b" t="t" l="l"/>
              <a:pathLst>
                <a:path h="6354688" w="13272443">
                  <a:moveTo>
                    <a:pt x="0" y="0"/>
                  </a:moveTo>
                  <a:lnTo>
                    <a:pt x="0" y="5668888"/>
                  </a:lnTo>
                  <a:cubicBezTo>
                    <a:pt x="226715" y="5668888"/>
                    <a:pt x="339402" y="5812073"/>
                    <a:pt x="469887" y="5977867"/>
                  </a:cubicBezTo>
                  <a:cubicBezTo>
                    <a:pt x="608905" y="6154502"/>
                    <a:pt x="766453" y="6354688"/>
                    <a:pt x="1079487" y="6354688"/>
                  </a:cubicBezTo>
                  <a:cubicBezTo>
                    <a:pt x="1392522" y="6354688"/>
                    <a:pt x="1550057" y="6154489"/>
                    <a:pt x="1689062" y="5977867"/>
                  </a:cubicBezTo>
                  <a:cubicBezTo>
                    <a:pt x="1819534" y="5812073"/>
                    <a:pt x="1932223" y="5668888"/>
                    <a:pt x="2158912" y="5668888"/>
                  </a:cubicBezTo>
                  <a:cubicBezTo>
                    <a:pt x="2385602" y="5668888"/>
                    <a:pt x="2498302" y="5812073"/>
                    <a:pt x="2628787" y="5977867"/>
                  </a:cubicBezTo>
                  <a:cubicBezTo>
                    <a:pt x="2767792" y="6154502"/>
                    <a:pt x="2925352" y="6354688"/>
                    <a:pt x="3238387" y="6354688"/>
                  </a:cubicBezTo>
                  <a:cubicBezTo>
                    <a:pt x="3551422" y="6354688"/>
                    <a:pt x="3708982" y="6154489"/>
                    <a:pt x="3848000" y="5977867"/>
                  </a:cubicBezTo>
                  <a:cubicBezTo>
                    <a:pt x="3978485" y="5812073"/>
                    <a:pt x="4091173" y="5668888"/>
                    <a:pt x="4317874" y="5668888"/>
                  </a:cubicBezTo>
                  <a:cubicBezTo>
                    <a:pt x="4561285" y="5668888"/>
                    <a:pt x="4682284" y="5812073"/>
                    <a:pt x="4822392" y="5977867"/>
                  </a:cubicBezTo>
                  <a:cubicBezTo>
                    <a:pt x="4971649" y="6154502"/>
                    <a:pt x="5140828" y="6354688"/>
                    <a:pt x="5476935" y="6354688"/>
                  </a:cubicBezTo>
                  <a:cubicBezTo>
                    <a:pt x="5813042" y="6354688"/>
                    <a:pt x="5982249" y="6154489"/>
                    <a:pt x="6131519" y="5977867"/>
                  </a:cubicBezTo>
                  <a:cubicBezTo>
                    <a:pt x="6271627" y="5812073"/>
                    <a:pt x="6392626" y="5668888"/>
                    <a:pt x="6636059" y="5668888"/>
                  </a:cubicBezTo>
                  <a:cubicBezTo>
                    <a:pt x="6879493" y="5668888"/>
                    <a:pt x="7000492" y="5812073"/>
                    <a:pt x="7140601" y="5977867"/>
                  </a:cubicBezTo>
                  <a:cubicBezTo>
                    <a:pt x="7289871" y="6154502"/>
                    <a:pt x="7459036" y="6354688"/>
                    <a:pt x="7795158" y="6354688"/>
                  </a:cubicBezTo>
                  <a:cubicBezTo>
                    <a:pt x="8131277" y="6354688"/>
                    <a:pt x="8300471" y="6154489"/>
                    <a:pt x="8449742" y="5977867"/>
                  </a:cubicBezTo>
                  <a:cubicBezTo>
                    <a:pt x="8589849" y="5812073"/>
                    <a:pt x="8710847" y="5668888"/>
                    <a:pt x="8954281" y="5668888"/>
                  </a:cubicBezTo>
                  <a:cubicBezTo>
                    <a:pt x="9181007" y="5668888"/>
                    <a:pt x="9293683" y="5812073"/>
                    <a:pt x="9424167" y="5977867"/>
                  </a:cubicBezTo>
                  <a:cubicBezTo>
                    <a:pt x="9563186" y="6154489"/>
                    <a:pt x="9720745" y="6354688"/>
                    <a:pt x="10033781" y="6354688"/>
                  </a:cubicBezTo>
                  <a:cubicBezTo>
                    <a:pt x="10346817" y="6354688"/>
                    <a:pt x="10504388" y="6154502"/>
                    <a:pt x="10643406" y="5977867"/>
                  </a:cubicBezTo>
                  <a:cubicBezTo>
                    <a:pt x="10773890" y="5812073"/>
                    <a:pt x="10886591" y="5668888"/>
                    <a:pt x="11113306" y="5668888"/>
                  </a:cubicBezTo>
                  <a:cubicBezTo>
                    <a:pt x="11340021" y="5668888"/>
                    <a:pt x="11452733" y="5812073"/>
                    <a:pt x="11583219" y="5977867"/>
                  </a:cubicBezTo>
                  <a:cubicBezTo>
                    <a:pt x="11722236" y="6154489"/>
                    <a:pt x="11879808" y="6354688"/>
                    <a:pt x="12192868" y="6354688"/>
                  </a:cubicBezTo>
                  <a:cubicBezTo>
                    <a:pt x="12505928" y="6354688"/>
                    <a:pt x="12663487" y="6154502"/>
                    <a:pt x="12802518" y="5977867"/>
                  </a:cubicBezTo>
                  <a:cubicBezTo>
                    <a:pt x="12933015" y="5812073"/>
                    <a:pt x="13045715" y="5668888"/>
                    <a:pt x="13272443" y="5668888"/>
                  </a:cubicBezTo>
                  <a:lnTo>
                    <a:pt x="13272443" y="0"/>
                  </a:lnTo>
                  <a:lnTo>
                    <a:pt x="0" y="0"/>
                  </a:lnTo>
                  <a:close/>
                </a:path>
              </a:pathLst>
            </a:custGeom>
            <a:solidFill>
              <a:srgbClr val="ABA5DE"/>
            </a:solidFill>
          </p:spPr>
        </p:sp>
      </p:grpSp>
      <p:grpSp>
        <p:nvGrpSpPr>
          <p:cNvPr name="Group 5" id="5"/>
          <p:cNvGrpSpPr/>
          <p:nvPr/>
        </p:nvGrpSpPr>
        <p:grpSpPr>
          <a:xfrm rot="0">
            <a:off x="1830342" y="5028301"/>
            <a:ext cx="6816665" cy="3266351"/>
            <a:chOff x="0" y="0"/>
            <a:chExt cx="12954000" cy="6359775"/>
          </a:xfrm>
        </p:grpSpPr>
        <p:sp>
          <p:nvSpPr>
            <p:cNvPr name="Freeform 6" id="6"/>
            <p:cNvSpPr/>
            <p:nvPr/>
          </p:nvSpPr>
          <p:spPr>
            <a:xfrm flipH="false" flipV="false" rot="0">
              <a:off x="0" y="4888"/>
              <a:ext cx="13272443" cy="6354688"/>
            </a:xfrm>
            <a:custGeom>
              <a:avLst/>
              <a:gdLst/>
              <a:ahLst/>
              <a:cxnLst/>
              <a:rect r="r" b="b" t="t" l="l"/>
              <a:pathLst>
                <a:path h="6354688" w="13272443">
                  <a:moveTo>
                    <a:pt x="0" y="0"/>
                  </a:moveTo>
                  <a:lnTo>
                    <a:pt x="0" y="5668888"/>
                  </a:lnTo>
                  <a:cubicBezTo>
                    <a:pt x="226715" y="5668888"/>
                    <a:pt x="339402" y="5812073"/>
                    <a:pt x="469887" y="5977867"/>
                  </a:cubicBezTo>
                  <a:cubicBezTo>
                    <a:pt x="608905" y="6154502"/>
                    <a:pt x="766453" y="6354688"/>
                    <a:pt x="1079487" y="6354688"/>
                  </a:cubicBezTo>
                  <a:cubicBezTo>
                    <a:pt x="1392522" y="6354688"/>
                    <a:pt x="1550057" y="6154489"/>
                    <a:pt x="1689062" y="5977867"/>
                  </a:cubicBezTo>
                  <a:cubicBezTo>
                    <a:pt x="1819534" y="5812073"/>
                    <a:pt x="1932223" y="5668888"/>
                    <a:pt x="2158912" y="5668888"/>
                  </a:cubicBezTo>
                  <a:cubicBezTo>
                    <a:pt x="2385602" y="5668888"/>
                    <a:pt x="2498302" y="5812073"/>
                    <a:pt x="2628787" y="5977867"/>
                  </a:cubicBezTo>
                  <a:cubicBezTo>
                    <a:pt x="2767792" y="6154502"/>
                    <a:pt x="2925352" y="6354688"/>
                    <a:pt x="3238387" y="6354688"/>
                  </a:cubicBezTo>
                  <a:cubicBezTo>
                    <a:pt x="3551422" y="6354688"/>
                    <a:pt x="3708982" y="6154489"/>
                    <a:pt x="3848000" y="5977867"/>
                  </a:cubicBezTo>
                  <a:cubicBezTo>
                    <a:pt x="3978485" y="5812073"/>
                    <a:pt x="4091173" y="5668888"/>
                    <a:pt x="4317874" y="5668888"/>
                  </a:cubicBezTo>
                  <a:cubicBezTo>
                    <a:pt x="4561285" y="5668888"/>
                    <a:pt x="4682284" y="5812073"/>
                    <a:pt x="4822392" y="5977867"/>
                  </a:cubicBezTo>
                  <a:cubicBezTo>
                    <a:pt x="4971649" y="6154502"/>
                    <a:pt x="5140828" y="6354688"/>
                    <a:pt x="5476935" y="6354688"/>
                  </a:cubicBezTo>
                  <a:cubicBezTo>
                    <a:pt x="5813042" y="6354688"/>
                    <a:pt x="5982249" y="6154489"/>
                    <a:pt x="6131519" y="5977867"/>
                  </a:cubicBezTo>
                  <a:cubicBezTo>
                    <a:pt x="6271627" y="5812073"/>
                    <a:pt x="6392626" y="5668888"/>
                    <a:pt x="6636059" y="5668888"/>
                  </a:cubicBezTo>
                  <a:cubicBezTo>
                    <a:pt x="6879493" y="5668888"/>
                    <a:pt x="7000492" y="5812073"/>
                    <a:pt x="7140601" y="5977867"/>
                  </a:cubicBezTo>
                  <a:cubicBezTo>
                    <a:pt x="7289871" y="6154502"/>
                    <a:pt x="7459036" y="6354688"/>
                    <a:pt x="7795158" y="6354688"/>
                  </a:cubicBezTo>
                  <a:cubicBezTo>
                    <a:pt x="8131277" y="6354688"/>
                    <a:pt x="8300471" y="6154489"/>
                    <a:pt x="8449742" y="5977867"/>
                  </a:cubicBezTo>
                  <a:cubicBezTo>
                    <a:pt x="8589849" y="5812073"/>
                    <a:pt x="8710847" y="5668888"/>
                    <a:pt x="8954281" y="5668888"/>
                  </a:cubicBezTo>
                  <a:cubicBezTo>
                    <a:pt x="9181007" y="5668888"/>
                    <a:pt x="9293683" y="5812073"/>
                    <a:pt x="9424167" y="5977867"/>
                  </a:cubicBezTo>
                  <a:cubicBezTo>
                    <a:pt x="9563186" y="6154489"/>
                    <a:pt x="9720745" y="6354688"/>
                    <a:pt x="10033781" y="6354688"/>
                  </a:cubicBezTo>
                  <a:cubicBezTo>
                    <a:pt x="10346817" y="6354688"/>
                    <a:pt x="10504388" y="6154502"/>
                    <a:pt x="10643406" y="5977867"/>
                  </a:cubicBezTo>
                  <a:cubicBezTo>
                    <a:pt x="10773890" y="5812073"/>
                    <a:pt x="10886591" y="5668888"/>
                    <a:pt x="11113306" y="5668888"/>
                  </a:cubicBezTo>
                  <a:cubicBezTo>
                    <a:pt x="11340021" y="5668888"/>
                    <a:pt x="11452733" y="5812073"/>
                    <a:pt x="11583219" y="5977867"/>
                  </a:cubicBezTo>
                  <a:cubicBezTo>
                    <a:pt x="11722236" y="6154489"/>
                    <a:pt x="11879808" y="6354688"/>
                    <a:pt x="12192868" y="6354688"/>
                  </a:cubicBezTo>
                  <a:cubicBezTo>
                    <a:pt x="12505928" y="6354688"/>
                    <a:pt x="12663487" y="6154502"/>
                    <a:pt x="12802518" y="5977867"/>
                  </a:cubicBezTo>
                  <a:cubicBezTo>
                    <a:pt x="12933015" y="5812073"/>
                    <a:pt x="13045715" y="5668888"/>
                    <a:pt x="13272443" y="5668888"/>
                  </a:cubicBezTo>
                  <a:lnTo>
                    <a:pt x="13272443" y="0"/>
                  </a:lnTo>
                  <a:lnTo>
                    <a:pt x="0" y="0"/>
                  </a:lnTo>
                  <a:close/>
                </a:path>
              </a:pathLst>
            </a:custGeom>
            <a:solidFill>
              <a:srgbClr val="ABA5DE"/>
            </a:solidFill>
          </p:spPr>
        </p:sp>
      </p:grpSp>
      <p:grpSp>
        <p:nvGrpSpPr>
          <p:cNvPr name="Group 7" id="7"/>
          <p:cNvGrpSpPr/>
          <p:nvPr/>
        </p:nvGrpSpPr>
        <p:grpSpPr>
          <a:xfrm rot="0">
            <a:off x="9814981" y="3395126"/>
            <a:ext cx="6642677" cy="3266351"/>
            <a:chOff x="0" y="0"/>
            <a:chExt cx="12954000" cy="6359775"/>
          </a:xfrm>
        </p:grpSpPr>
        <p:sp>
          <p:nvSpPr>
            <p:cNvPr name="Freeform 8" id="8"/>
            <p:cNvSpPr/>
            <p:nvPr/>
          </p:nvSpPr>
          <p:spPr>
            <a:xfrm flipH="false" flipV="false" rot="0">
              <a:off x="0" y="4888"/>
              <a:ext cx="12933679" cy="6354688"/>
            </a:xfrm>
            <a:custGeom>
              <a:avLst/>
              <a:gdLst/>
              <a:ahLst/>
              <a:cxnLst/>
              <a:rect r="r" b="b" t="t" l="l"/>
              <a:pathLst>
                <a:path h="6354688" w="12933679">
                  <a:moveTo>
                    <a:pt x="0" y="0"/>
                  </a:moveTo>
                  <a:lnTo>
                    <a:pt x="0" y="5668888"/>
                  </a:lnTo>
                  <a:cubicBezTo>
                    <a:pt x="226715" y="5668888"/>
                    <a:pt x="339402" y="5812073"/>
                    <a:pt x="469887" y="5977867"/>
                  </a:cubicBezTo>
                  <a:cubicBezTo>
                    <a:pt x="608905" y="6154502"/>
                    <a:pt x="766453" y="6354688"/>
                    <a:pt x="1079487" y="6354688"/>
                  </a:cubicBezTo>
                  <a:cubicBezTo>
                    <a:pt x="1392522" y="6354688"/>
                    <a:pt x="1550057" y="6154489"/>
                    <a:pt x="1689062" y="5977867"/>
                  </a:cubicBezTo>
                  <a:cubicBezTo>
                    <a:pt x="1819534" y="5812073"/>
                    <a:pt x="1932223" y="5668888"/>
                    <a:pt x="2158912" y="5668888"/>
                  </a:cubicBezTo>
                  <a:cubicBezTo>
                    <a:pt x="2385602" y="5668888"/>
                    <a:pt x="2498302" y="5812073"/>
                    <a:pt x="2628787" y="5977867"/>
                  </a:cubicBezTo>
                  <a:cubicBezTo>
                    <a:pt x="2767792" y="6154502"/>
                    <a:pt x="2925352" y="6354688"/>
                    <a:pt x="3238387" y="6354688"/>
                  </a:cubicBezTo>
                  <a:cubicBezTo>
                    <a:pt x="3551422" y="6354688"/>
                    <a:pt x="3708982" y="6154489"/>
                    <a:pt x="3848000" y="5977867"/>
                  </a:cubicBezTo>
                  <a:cubicBezTo>
                    <a:pt x="3978485" y="5812073"/>
                    <a:pt x="4091173" y="5668888"/>
                    <a:pt x="4317874" y="5668888"/>
                  </a:cubicBezTo>
                  <a:cubicBezTo>
                    <a:pt x="4543509" y="5668888"/>
                    <a:pt x="4655668" y="5812073"/>
                    <a:pt x="4785538" y="5977867"/>
                  </a:cubicBezTo>
                  <a:cubicBezTo>
                    <a:pt x="4923890" y="6154502"/>
                    <a:pt x="5080708" y="6354688"/>
                    <a:pt x="5392257" y="6354688"/>
                  </a:cubicBezTo>
                  <a:cubicBezTo>
                    <a:pt x="5703806" y="6354688"/>
                    <a:pt x="5860650" y="6154489"/>
                    <a:pt x="5999014" y="5977867"/>
                  </a:cubicBezTo>
                  <a:cubicBezTo>
                    <a:pt x="6128884" y="5812073"/>
                    <a:pt x="6241042" y="5668888"/>
                    <a:pt x="6466689" y="5668888"/>
                  </a:cubicBezTo>
                  <a:cubicBezTo>
                    <a:pt x="6692336" y="5668888"/>
                    <a:pt x="6804495" y="5812073"/>
                    <a:pt x="6934366" y="5977867"/>
                  </a:cubicBezTo>
                  <a:cubicBezTo>
                    <a:pt x="7072730" y="6154502"/>
                    <a:pt x="7229535" y="6354688"/>
                    <a:pt x="7541097" y="6354688"/>
                  </a:cubicBezTo>
                  <a:cubicBezTo>
                    <a:pt x="7852659" y="6354688"/>
                    <a:pt x="8009489" y="6154489"/>
                    <a:pt x="8147854" y="5977867"/>
                  </a:cubicBezTo>
                  <a:cubicBezTo>
                    <a:pt x="8277724" y="5812073"/>
                    <a:pt x="8389882" y="5668888"/>
                    <a:pt x="8615529" y="5668888"/>
                  </a:cubicBezTo>
                  <a:cubicBezTo>
                    <a:pt x="8842242" y="5668888"/>
                    <a:pt x="8954919" y="5812073"/>
                    <a:pt x="9085403" y="5977867"/>
                  </a:cubicBezTo>
                  <a:cubicBezTo>
                    <a:pt x="9224421" y="6154489"/>
                    <a:pt x="9381980" y="6354688"/>
                    <a:pt x="9695016" y="6354688"/>
                  </a:cubicBezTo>
                  <a:cubicBezTo>
                    <a:pt x="10008052" y="6354688"/>
                    <a:pt x="10165623" y="6154502"/>
                    <a:pt x="10304642" y="5977867"/>
                  </a:cubicBezTo>
                  <a:cubicBezTo>
                    <a:pt x="10435126" y="5812073"/>
                    <a:pt x="10547826" y="5668888"/>
                    <a:pt x="10774542" y="5668888"/>
                  </a:cubicBezTo>
                  <a:cubicBezTo>
                    <a:pt x="11001256" y="5668888"/>
                    <a:pt x="11113969" y="5812073"/>
                    <a:pt x="11244454" y="5977867"/>
                  </a:cubicBezTo>
                  <a:cubicBezTo>
                    <a:pt x="11383472" y="6154489"/>
                    <a:pt x="11541044" y="6354688"/>
                    <a:pt x="11854104" y="6354688"/>
                  </a:cubicBezTo>
                  <a:cubicBezTo>
                    <a:pt x="12167164" y="6354688"/>
                    <a:pt x="12324722" y="6154502"/>
                    <a:pt x="12463753" y="5977867"/>
                  </a:cubicBezTo>
                  <a:cubicBezTo>
                    <a:pt x="12594251" y="5812073"/>
                    <a:pt x="12706951" y="5668888"/>
                    <a:pt x="12933679" y="5668888"/>
                  </a:cubicBezTo>
                  <a:lnTo>
                    <a:pt x="12933679" y="0"/>
                  </a:lnTo>
                  <a:lnTo>
                    <a:pt x="0" y="0"/>
                  </a:lnTo>
                  <a:close/>
                </a:path>
              </a:pathLst>
            </a:custGeom>
            <a:solidFill>
              <a:srgbClr val="ABA5DE"/>
            </a:solidFill>
          </p:spPr>
        </p:sp>
      </p:grpSp>
      <p:grpSp>
        <p:nvGrpSpPr>
          <p:cNvPr name="Group 9" id="9"/>
          <p:cNvGrpSpPr/>
          <p:nvPr/>
        </p:nvGrpSpPr>
        <p:grpSpPr>
          <a:xfrm rot="0">
            <a:off x="9814981" y="5991949"/>
            <a:ext cx="6795077" cy="3266351"/>
            <a:chOff x="0" y="0"/>
            <a:chExt cx="12954000" cy="6359775"/>
          </a:xfrm>
        </p:grpSpPr>
        <p:sp>
          <p:nvSpPr>
            <p:cNvPr name="Freeform 10" id="10"/>
            <p:cNvSpPr/>
            <p:nvPr/>
          </p:nvSpPr>
          <p:spPr>
            <a:xfrm flipH="false" flipV="false" rot="0">
              <a:off x="0" y="4888"/>
              <a:ext cx="13230411" cy="6354688"/>
            </a:xfrm>
            <a:custGeom>
              <a:avLst/>
              <a:gdLst/>
              <a:ahLst/>
              <a:cxnLst/>
              <a:rect r="r" b="b" t="t" l="l"/>
              <a:pathLst>
                <a:path h="6354688" w="13230411">
                  <a:moveTo>
                    <a:pt x="0" y="0"/>
                  </a:moveTo>
                  <a:lnTo>
                    <a:pt x="0" y="5668888"/>
                  </a:lnTo>
                  <a:cubicBezTo>
                    <a:pt x="226715" y="5668888"/>
                    <a:pt x="339402" y="5812073"/>
                    <a:pt x="469887" y="5977867"/>
                  </a:cubicBezTo>
                  <a:cubicBezTo>
                    <a:pt x="608905" y="6154502"/>
                    <a:pt x="766453" y="6354688"/>
                    <a:pt x="1079487" y="6354688"/>
                  </a:cubicBezTo>
                  <a:cubicBezTo>
                    <a:pt x="1392522" y="6354688"/>
                    <a:pt x="1550057" y="6154489"/>
                    <a:pt x="1689062" y="5977867"/>
                  </a:cubicBezTo>
                  <a:cubicBezTo>
                    <a:pt x="1819534" y="5812073"/>
                    <a:pt x="1932223" y="5668888"/>
                    <a:pt x="2158912" y="5668888"/>
                  </a:cubicBezTo>
                  <a:cubicBezTo>
                    <a:pt x="2385602" y="5668888"/>
                    <a:pt x="2498302" y="5812073"/>
                    <a:pt x="2628787" y="5977867"/>
                  </a:cubicBezTo>
                  <a:cubicBezTo>
                    <a:pt x="2767792" y="6154502"/>
                    <a:pt x="2925352" y="6354688"/>
                    <a:pt x="3238387" y="6354688"/>
                  </a:cubicBezTo>
                  <a:cubicBezTo>
                    <a:pt x="3551422" y="6354688"/>
                    <a:pt x="3708982" y="6154489"/>
                    <a:pt x="3848000" y="5977867"/>
                  </a:cubicBezTo>
                  <a:cubicBezTo>
                    <a:pt x="3978485" y="5812073"/>
                    <a:pt x="4091173" y="5668888"/>
                    <a:pt x="4317874" y="5668888"/>
                  </a:cubicBezTo>
                  <a:cubicBezTo>
                    <a:pt x="4559080" y="5668888"/>
                    <a:pt x="4678982" y="5812073"/>
                    <a:pt x="4817819" y="5977867"/>
                  </a:cubicBezTo>
                  <a:cubicBezTo>
                    <a:pt x="4965723" y="6154502"/>
                    <a:pt x="5133369" y="6354688"/>
                    <a:pt x="5466429" y="6354688"/>
                  </a:cubicBezTo>
                  <a:cubicBezTo>
                    <a:pt x="5799489" y="6354688"/>
                    <a:pt x="5967161" y="6154489"/>
                    <a:pt x="6115078" y="5977867"/>
                  </a:cubicBezTo>
                  <a:cubicBezTo>
                    <a:pt x="6253916" y="5812073"/>
                    <a:pt x="6373818" y="5668888"/>
                    <a:pt x="6615045" y="5668888"/>
                  </a:cubicBezTo>
                  <a:cubicBezTo>
                    <a:pt x="6856272" y="5668888"/>
                    <a:pt x="6976174" y="5812073"/>
                    <a:pt x="7115011" y="5977867"/>
                  </a:cubicBezTo>
                  <a:cubicBezTo>
                    <a:pt x="7262929" y="6154502"/>
                    <a:pt x="7430561" y="6354688"/>
                    <a:pt x="7763635" y="6354688"/>
                  </a:cubicBezTo>
                  <a:cubicBezTo>
                    <a:pt x="8096707" y="6354688"/>
                    <a:pt x="8264367" y="6154489"/>
                    <a:pt x="8412285" y="5977867"/>
                  </a:cubicBezTo>
                  <a:cubicBezTo>
                    <a:pt x="8551121" y="5812073"/>
                    <a:pt x="8671023" y="5668888"/>
                    <a:pt x="8912251" y="5668888"/>
                  </a:cubicBezTo>
                  <a:cubicBezTo>
                    <a:pt x="9138975" y="5668888"/>
                    <a:pt x="9251651" y="5812073"/>
                    <a:pt x="9382135" y="5977867"/>
                  </a:cubicBezTo>
                  <a:cubicBezTo>
                    <a:pt x="9521154" y="6154489"/>
                    <a:pt x="9678712" y="6354688"/>
                    <a:pt x="9991748" y="6354688"/>
                  </a:cubicBezTo>
                  <a:cubicBezTo>
                    <a:pt x="10304784" y="6354688"/>
                    <a:pt x="10462355" y="6154502"/>
                    <a:pt x="10601374" y="5977867"/>
                  </a:cubicBezTo>
                  <a:cubicBezTo>
                    <a:pt x="10731858" y="5812073"/>
                    <a:pt x="10844558" y="5668888"/>
                    <a:pt x="11071274" y="5668888"/>
                  </a:cubicBezTo>
                  <a:cubicBezTo>
                    <a:pt x="11297989" y="5668888"/>
                    <a:pt x="11410701" y="5812073"/>
                    <a:pt x="11541186" y="5977867"/>
                  </a:cubicBezTo>
                  <a:cubicBezTo>
                    <a:pt x="11680204" y="6154489"/>
                    <a:pt x="11837776" y="6354688"/>
                    <a:pt x="12150836" y="6354688"/>
                  </a:cubicBezTo>
                  <a:cubicBezTo>
                    <a:pt x="12463896" y="6354688"/>
                    <a:pt x="12621454" y="6154502"/>
                    <a:pt x="12760485" y="5977867"/>
                  </a:cubicBezTo>
                  <a:cubicBezTo>
                    <a:pt x="12890983" y="5812073"/>
                    <a:pt x="13003683" y="5668888"/>
                    <a:pt x="13230411" y="5668888"/>
                  </a:cubicBezTo>
                  <a:lnTo>
                    <a:pt x="13230411" y="0"/>
                  </a:lnTo>
                  <a:lnTo>
                    <a:pt x="0" y="0"/>
                  </a:lnTo>
                  <a:close/>
                </a:path>
              </a:pathLst>
            </a:custGeom>
            <a:solidFill>
              <a:srgbClr val="ABA5DE"/>
            </a:solidFill>
          </p:spPr>
        </p:sp>
      </p:grpSp>
      <p:sp>
        <p:nvSpPr>
          <p:cNvPr name="Freeform 11" id="11"/>
          <p:cNvSpPr/>
          <p:nvPr/>
        </p:nvSpPr>
        <p:spPr>
          <a:xfrm flipH="false" flipV="false" rot="-2184514">
            <a:off x="-1547863" y="1170520"/>
            <a:ext cx="3763378" cy="1621674"/>
          </a:xfrm>
          <a:custGeom>
            <a:avLst/>
            <a:gdLst/>
            <a:ahLst/>
            <a:cxnLst/>
            <a:rect r="r" b="b" t="t" l="l"/>
            <a:pathLst>
              <a:path h="1621674" w="3763378">
                <a:moveTo>
                  <a:pt x="0" y="0"/>
                </a:moveTo>
                <a:lnTo>
                  <a:pt x="3763378" y="0"/>
                </a:lnTo>
                <a:lnTo>
                  <a:pt x="3763378" y="1621674"/>
                </a:lnTo>
                <a:lnTo>
                  <a:pt x="0" y="162167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2" id="12"/>
          <p:cNvSpPr/>
          <p:nvPr/>
        </p:nvSpPr>
        <p:spPr>
          <a:xfrm flipH="true" flipV="false" rot="2168715">
            <a:off x="16070372" y="1170520"/>
            <a:ext cx="3763378" cy="1621674"/>
          </a:xfrm>
          <a:custGeom>
            <a:avLst/>
            <a:gdLst/>
            <a:ahLst/>
            <a:cxnLst/>
            <a:rect r="r" b="b" t="t" l="l"/>
            <a:pathLst>
              <a:path h="1621674" w="3763378">
                <a:moveTo>
                  <a:pt x="3763378" y="0"/>
                </a:moveTo>
                <a:lnTo>
                  <a:pt x="0" y="0"/>
                </a:lnTo>
                <a:lnTo>
                  <a:pt x="0" y="1621674"/>
                </a:lnTo>
                <a:lnTo>
                  <a:pt x="3763378" y="1621674"/>
                </a:lnTo>
                <a:lnTo>
                  <a:pt x="3763378"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358859" y="8906873"/>
            <a:ext cx="3763378" cy="1621674"/>
          </a:xfrm>
          <a:custGeom>
            <a:avLst/>
            <a:gdLst/>
            <a:ahLst/>
            <a:cxnLst/>
            <a:rect r="r" b="b" t="t" l="l"/>
            <a:pathLst>
              <a:path h="1621674" w="3763378">
                <a:moveTo>
                  <a:pt x="0" y="0"/>
                </a:moveTo>
                <a:lnTo>
                  <a:pt x="3763378" y="0"/>
                </a:lnTo>
                <a:lnTo>
                  <a:pt x="3763378" y="1621674"/>
                </a:lnTo>
                <a:lnTo>
                  <a:pt x="0" y="162167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true" flipV="false" rot="0">
            <a:off x="14883481" y="8906873"/>
            <a:ext cx="3763378" cy="1621674"/>
          </a:xfrm>
          <a:custGeom>
            <a:avLst/>
            <a:gdLst/>
            <a:ahLst/>
            <a:cxnLst/>
            <a:rect r="r" b="b" t="t" l="l"/>
            <a:pathLst>
              <a:path h="1621674" w="3763378">
                <a:moveTo>
                  <a:pt x="3763378" y="0"/>
                </a:moveTo>
                <a:lnTo>
                  <a:pt x="0" y="0"/>
                </a:lnTo>
                <a:lnTo>
                  <a:pt x="0" y="1621674"/>
                </a:lnTo>
                <a:lnTo>
                  <a:pt x="3763378" y="1621674"/>
                </a:lnTo>
                <a:lnTo>
                  <a:pt x="3763378"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5" id="15"/>
          <p:cNvGrpSpPr/>
          <p:nvPr/>
        </p:nvGrpSpPr>
        <p:grpSpPr>
          <a:xfrm rot="0">
            <a:off x="1830342" y="1761951"/>
            <a:ext cx="6816665" cy="3266351"/>
            <a:chOff x="0" y="0"/>
            <a:chExt cx="12954000" cy="6359775"/>
          </a:xfrm>
        </p:grpSpPr>
        <p:sp>
          <p:nvSpPr>
            <p:cNvPr name="Freeform 16" id="16"/>
            <p:cNvSpPr/>
            <p:nvPr/>
          </p:nvSpPr>
          <p:spPr>
            <a:xfrm flipH="false" flipV="false" rot="0">
              <a:off x="0" y="4888"/>
              <a:ext cx="13272443" cy="6354688"/>
            </a:xfrm>
            <a:custGeom>
              <a:avLst/>
              <a:gdLst/>
              <a:ahLst/>
              <a:cxnLst/>
              <a:rect r="r" b="b" t="t" l="l"/>
              <a:pathLst>
                <a:path h="6354688" w="13272443">
                  <a:moveTo>
                    <a:pt x="0" y="0"/>
                  </a:moveTo>
                  <a:lnTo>
                    <a:pt x="0" y="5668888"/>
                  </a:lnTo>
                  <a:cubicBezTo>
                    <a:pt x="226715" y="5668888"/>
                    <a:pt x="339402" y="5812073"/>
                    <a:pt x="469887" y="5977867"/>
                  </a:cubicBezTo>
                  <a:cubicBezTo>
                    <a:pt x="608905" y="6154502"/>
                    <a:pt x="766453" y="6354688"/>
                    <a:pt x="1079487" y="6354688"/>
                  </a:cubicBezTo>
                  <a:cubicBezTo>
                    <a:pt x="1392522" y="6354688"/>
                    <a:pt x="1550057" y="6154489"/>
                    <a:pt x="1689062" y="5977867"/>
                  </a:cubicBezTo>
                  <a:cubicBezTo>
                    <a:pt x="1819534" y="5812073"/>
                    <a:pt x="1932223" y="5668888"/>
                    <a:pt x="2158912" y="5668888"/>
                  </a:cubicBezTo>
                  <a:cubicBezTo>
                    <a:pt x="2385602" y="5668888"/>
                    <a:pt x="2498302" y="5812073"/>
                    <a:pt x="2628787" y="5977867"/>
                  </a:cubicBezTo>
                  <a:cubicBezTo>
                    <a:pt x="2767792" y="6154502"/>
                    <a:pt x="2925352" y="6354688"/>
                    <a:pt x="3238387" y="6354688"/>
                  </a:cubicBezTo>
                  <a:cubicBezTo>
                    <a:pt x="3551422" y="6354688"/>
                    <a:pt x="3708982" y="6154489"/>
                    <a:pt x="3848000" y="5977867"/>
                  </a:cubicBezTo>
                  <a:cubicBezTo>
                    <a:pt x="3978485" y="5812073"/>
                    <a:pt x="4091173" y="5668888"/>
                    <a:pt x="4317874" y="5668888"/>
                  </a:cubicBezTo>
                  <a:cubicBezTo>
                    <a:pt x="4561285" y="5668888"/>
                    <a:pt x="4682284" y="5812073"/>
                    <a:pt x="4822392" y="5977867"/>
                  </a:cubicBezTo>
                  <a:cubicBezTo>
                    <a:pt x="4971649" y="6154502"/>
                    <a:pt x="5140828" y="6354688"/>
                    <a:pt x="5476935" y="6354688"/>
                  </a:cubicBezTo>
                  <a:cubicBezTo>
                    <a:pt x="5813042" y="6354688"/>
                    <a:pt x="5982249" y="6154489"/>
                    <a:pt x="6131519" y="5977867"/>
                  </a:cubicBezTo>
                  <a:cubicBezTo>
                    <a:pt x="6271627" y="5812073"/>
                    <a:pt x="6392626" y="5668888"/>
                    <a:pt x="6636059" y="5668888"/>
                  </a:cubicBezTo>
                  <a:cubicBezTo>
                    <a:pt x="6879493" y="5668888"/>
                    <a:pt x="7000492" y="5812073"/>
                    <a:pt x="7140601" y="5977867"/>
                  </a:cubicBezTo>
                  <a:cubicBezTo>
                    <a:pt x="7289871" y="6154502"/>
                    <a:pt x="7459036" y="6354688"/>
                    <a:pt x="7795158" y="6354688"/>
                  </a:cubicBezTo>
                  <a:cubicBezTo>
                    <a:pt x="8131277" y="6354688"/>
                    <a:pt x="8300471" y="6154489"/>
                    <a:pt x="8449742" y="5977867"/>
                  </a:cubicBezTo>
                  <a:cubicBezTo>
                    <a:pt x="8589849" y="5812073"/>
                    <a:pt x="8710847" y="5668888"/>
                    <a:pt x="8954281" y="5668888"/>
                  </a:cubicBezTo>
                  <a:cubicBezTo>
                    <a:pt x="9181007" y="5668888"/>
                    <a:pt x="9293683" y="5812073"/>
                    <a:pt x="9424167" y="5977867"/>
                  </a:cubicBezTo>
                  <a:cubicBezTo>
                    <a:pt x="9563186" y="6154489"/>
                    <a:pt x="9720745" y="6354688"/>
                    <a:pt x="10033781" y="6354688"/>
                  </a:cubicBezTo>
                  <a:cubicBezTo>
                    <a:pt x="10346817" y="6354688"/>
                    <a:pt x="10504388" y="6154502"/>
                    <a:pt x="10643406" y="5977867"/>
                  </a:cubicBezTo>
                  <a:cubicBezTo>
                    <a:pt x="10773890" y="5812073"/>
                    <a:pt x="10886591" y="5668888"/>
                    <a:pt x="11113306" y="5668888"/>
                  </a:cubicBezTo>
                  <a:cubicBezTo>
                    <a:pt x="11340021" y="5668888"/>
                    <a:pt x="11452733" y="5812073"/>
                    <a:pt x="11583219" y="5977867"/>
                  </a:cubicBezTo>
                  <a:cubicBezTo>
                    <a:pt x="11722236" y="6154489"/>
                    <a:pt x="11879808" y="6354688"/>
                    <a:pt x="12192868" y="6354688"/>
                  </a:cubicBezTo>
                  <a:cubicBezTo>
                    <a:pt x="12505928" y="6354688"/>
                    <a:pt x="12663487" y="6154502"/>
                    <a:pt x="12802518" y="5977867"/>
                  </a:cubicBezTo>
                  <a:cubicBezTo>
                    <a:pt x="12933015" y="5812073"/>
                    <a:pt x="13045715" y="5668888"/>
                    <a:pt x="13272443" y="5668888"/>
                  </a:cubicBezTo>
                  <a:lnTo>
                    <a:pt x="13272443" y="0"/>
                  </a:lnTo>
                  <a:lnTo>
                    <a:pt x="0" y="0"/>
                  </a:lnTo>
                  <a:close/>
                </a:path>
              </a:pathLst>
            </a:custGeom>
            <a:solidFill>
              <a:srgbClr val="ABA5DE"/>
            </a:solidFill>
          </p:spPr>
        </p:sp>
      </p:grpSp>
      <p:grpSp>
        <p:nvGrpSpPr>
          <p:cNvPr name="Group 17" id="17"/>
          <p:cNvGrpSpPr/>
          <p:nvPr/>
        </p:nvGrpSpPr>
        <p:grpSpPr>
          <a:xfrm rot="0">
            <a:off x="1830342" y="5991949"/>
            <a:ext cx="6816665" cy="3266351"/>
            <a:chOff x="0" y="0"/>
            <a:chExt cx="12954000" cy="6359775"/>
          </a:xfrm>
        </p:grpSpPr>
        <p:sp>
          <p:nvSpPr>
            <p:cNvPr name="Freeform 18" id="18"/>
            <p:cNvSpPr/>
            <p:nvPr/>
          </p:nvSpPr>
          <p:spPr>
            <a:xfrm flipH="false" flipV="false" rot="0">
              <a:off x="0" y="4888"/>
              <a:ext cx="13272443" cy="6354688"/>
            </a:xfrm>
            <a:custGeom>
              <a:avLst/>
              <a:gdLst/>
              <a:ahLst/>
              <a:cxnLst/>
              <a:rect r="r" b="b" t="t" l="l"/>
              <a:pathLst>
                <a:path h="6354688" w="13272443">
                  <a:moveTo>
                    <a:pt x="0" y="0"/>
                  </a:moveTo>
                  <a:lnTo>
                    <a:pt x="0" y="5668888"/>
                  </a:lnTo>
                  <a:cubicBezTo>
                    <a:pt x="226715" y="5668888"/>
                    <a:pt x="339402" y="5812073"/>
                    <a:pt x="469887" y="5977867"/>
                  </a:cubicBezTo>
                  <a:cubicBezTo>
                    <a:pt x="608905" y="6154502"/>
                    <a:pt x="766453" y="6354688"/>
                    <a:pt x="1079487" y="6354688"/>
                  </a:cubicBezTo>
                  <a:cubicBezTo>
                    <a:pt x="1392522" y="6354688"/>
                    <a:pt x="1550057" y="6154489"/>
                    <a:pt x="1689062" y="5977867"/>
                  </a:cubicBezTo>
                  <a:cubicBezTo>
                    <a:pt x="1819534" y="5812073"/>
                    <a:pt x="1932223" y="5668888"/>
                    <a:pt x="2158912" y="5668888"/>
                  </a:cubicBezTo>
                  <a:cubicBezTo>
                    <a:pt x="2385602" y="5668888"/>
                    <a:pt x="2498302" y="5812073"/>
                    <a:pt x="2628787" y="5977867"/>
                  </a:cubicBezTo>
                  <a:cubicBezTo>
                    <a:pt x="2767792" y="6154502"/>
                    <a:pt x="2925352" y="6354688"/>
                    <a:pt x="3238387" y="6354688"/>
                  </a:cubicBezTo>
                  <a:cubicBezTo>
                    <a:pt x="3551422" y="6354688"/>
                    <a:pt x="3708982" y="6154489"/>
                    <a:pt x="3848000" y="5977867"/>
                  </a:cubicBezTo>
                  <a:cubicBezTo>
                    <a:pt x="3978485" y="5812073"/>
                    <a:pt x="4091173" y="5668888"/>
                    <a:pt x="4317874" y="5668888"/>
                  </a:cubicBezTo>
                  <a:cubicBezTo>
                    <a:pt x="4561285" y="5668888"/>
                    <a:pt x="4682284" y="5812073"/>
                    <a:pt x="4822392" y="5977867"/>
                  </a:cubicBezTo>
                  <a:cubicBezTo>
                    <a:pt x="4971649" y="6154502"/>
                    <a:pt x="5140828" y="6354688"/>
                    <a:pt x="5476935" y="6354688"/>
                  </a:cubicBezTo>
                  <a:cubicBezTo>
                    <a:pt x="5813042" y="6354688"/>
                    <a:pt x="5982249" y="6154489"/>
                    <a:pt x="6131519" y="5977867"/>
                  </a:cubicBezTo>
                  <a:cubicBezTo>
                    <a:pt x="6271627" y="5812073"/>
                    <a:pt x="6392626" y="5668888"/>
                    <a:pt x="6636059" y="5668888"/>
                  </a:cubicBezTo>
                  <a:cubicBezTo>
                    <a:pt x="6879493" y="5668888"/>
                    <a:pt x="7000492" y="5812073"/>
                    <a:pt x="7140601" y="5977867"/>
                  </a:cubicBezTo>
                  <a:cubicBezTo>
                    <a:pt x="7289871" y="6154502"/>
                    <a:pt x="7459036" y="6354688"/>
                    <a:pt x="7795158" y="6354688"/>
                  </a:cubicBezTo>
                  <a:cubicBezTo>
                    <a:pt x="8131277" y="6354688"/>
                    <a:pt x="8300471" y="6154489"/>
                    <a:pt x="8449742" y="5977867"/>
                  </a:cubicBezTo>
                  <a:cubicBezTo>
                    <a:pt x="8589849" y="5812073"/>
                    <a:pt x="8710847" y="5668888"/>
                    <a:pt x="8954281" y="5668888"/>
                  </a:cubicBezTo>
                  <a:cubicBezTo>
                    <a:pt x="9181007" y="5668888"/>
                    <a:pt x="9293683" y="5812073"/>
                    <a:pt x="9424167" y="5977867"/>
                  </a:cubicBezTo>
                  <a:cubicBezTo>
                    <a:pt x="9563186" y="6154489"/>
                    <a:pt x="9720745" y="6354688"/>
                    <a:pt x="10033781" y="6354688"/>
                  </a:cubicBezTo>
                  <a:cubicBezTo>
                    <a:pt x="10346817" y="6354688"/>
                    <a:pt x="10504388" y="6154502"/>
                    <a:pt x="10643406" y="5977867"/>
                  </a:cubicBezTo>
                  <a:cubicBezTo>
                    <a:pt x="10773890" y="5812073"/>
                    <a:pt x="10886591" y="5668888"/>
                    <a:pt x="11113306" y="5668888"/>
                  </a:cubicBezTo>
                  <a:cubicBezTo>
                    <a:pt x="11340021" y="5668888"/>
                    <a:pt x="11452733" y="5812073"/>
                    <a:pt x="11583219" y="5977867"/>
                  </a:cubicBezTo>
                  <a:cubicBezTo>
                    <a:pt x="11722236" y="6154489"/>
                    <a:pt x="11879808" y="6354688"/>
                    <a:pt x="12192868" y="6354688"/>
                  </a:cubicBezTo>
                  <a:cubicBezTo>
                    <a:pt x="12505928" y="6354688"/>
                    <a:pt x="12663487" y="6154502"/>
                    <a:pt x="12802518" y="5977867"/>
                  </a:cubicBezTo>
                  <a:cubicBezTo>
                    <a:pt x="12933015" y="5812073"/>
                    <a:pt x="13045715" y="5668888"/>
                    <a:pt x="13272443" y="5668888"/>
                  </a:cubicBezTo>
                  <a:lnTo>
                    <a:pt x="13272443" y="0"/>
                  </a:lnTo>
                  <a:lnTo>
                    <a:pt x="0" y="0"/>
                  </a:lnTo>
                  <a:close/>
                </a:path>
              </a:pathLst>
            </a:custGeom>
            <a:solidFill>
              <a:srgbClr val="ABA5DE"/>
            </a:solidFill>
          </p:spPr>
        </p:sp>
      </p:grpSp>
      <p:sp>
        <p:nvSpPr>
          <p:cNvPr name="TextBox 19" id="19"/>
          <p:cNvSpPr txBox="true"/>
          <p:nvPr/>
        </p:nvSpPr>
        <p:spPr>
          <a:xfrm rot="0">
            <a:off x="3568619" y="952500"/>
            <a:ext cx="2712363" cy="687491"/>
          </a:xfrm>
          <a:prstGeom prst="rect">
            <a:avLst/>
          </a:prstGeom>
        </p:spPr>
        <p:txBody>
          <a:bodyPr anchor="t" rtlCol="false" tIns="0" lIns="0" bIns="0" rIns="0">
            <a:spAutoFit/>
          </a:bodyPr>
          <a:lstStyle/>
          <a:p>
            <a:pPr algn="ctr">
              <a:lnSpc>
                <a:spcPts val="5681"/>
              </a:lnSpc>
              <a:spcBef>
                <a:spcPct val="0"/>
              </a:spcBef>
            </a:pPr>
            <a:r>
              <a:rPr lang="en-US" sz="4058">
                <a:solidFill>
                  <a:srgbClr val="000000"/>
                </a:solidFill>
                <a:latin typeface="Schoolbell"/>
                <a:ea typeface="Schoolbell"/>
                <a:cs typeface="Schoolbell"/>
                <a:sym typeface="Schoolbell"/>
              </a:rPr>
              <a:t>✅ BENEFITS</a:t>
            </a:r>
          </a:p>
        </p:txBody>
      </p:sp>
      <p:sp>
        <p:nvSpPr>
          <p:cNvPr name="TextBox 20" id="20"/>
          <p:cNvSpPr txBox="true"/>
          <p:nvPr/>
        </p:nvSpPr>
        <p:spPr>
          <a:xfrm rot="0">
            <a:off x="3026296" y="2034087"/>
            <a:ext cx="4250769" cy="6402491"/>
          </a:xfrm>
          <a:prstGeom prst="rect">
            <a:avLst/>
          </a:prstGeom>
        </p:spPr>
        <p:txBody>
          <a:bodyPr anchor="t" rtlCol="false" tIns="0" lIns="0" bIns="0" rIns="0">
            <a:spAutoFit/>
          </a:bodyPr>
          <a:lstStyle/>
          <a:p>
            <a:pPr algn="ctr">
              <a:lnSpc>
                <a:spcPts val="5681"/>
              </a:lnSpc>
              <a:spcBef>
                <a:spcPct val="0"/>
              </a:spcBef>
            </a:pPr>
            <a:r>
              <a:rPr lang="en-US" sz="4058">
                <a:solidFill>
                  <a:srgbClr val="000000"/>
                </a:solidFill>
                <a:latin typeface="Schoolbell"/>
                <a:ea typeface="Schoolbell"/>
                <a:cs typeface="Schoolbell"/>
                <a:sym typeface="Schoolbell"/>
              </a:rPr>
              <a:t>Saves time</a:t>
            </a:r>
          </a:p>
          <a:p>
            <a:pPr algn="ctr">
              <a:lnSpc>
                <a:spcPts val="5681"/>
              </a:lnSpc>
              <a:spcBef>
                <a:spcPct val="0"/>
              </a:spcBef>
            </a:pPr>
            <a:r>
              <a:rPr lang="en-US" sz="4058">
                <a:solidFill>
                  <a:srgbClr val="000000"/>
                </a:solidFill>
                <a:latin typeface="Schoolbell"/>
                <a:ea typeface="Schoolbell"/>
                <a:cs typeface="Schoolbell"/>
                <a:sym typeface="Schoolbell"/>
              </a:rPr>
              <a:t>Easy tracking</a:t>
            </a:r>
          </a:p>
          <a:p>
            <a:pPr algn="ctr">
              <a:lnSpc>
                <a:spcPts val="5681"/>
              </a:lnSpc>
              <a:spcBef>
                <a:spcPct val="0"/>
              </a:spcBef>
            </a:pPr>
            <a:r>
              <a:rPr lang="en-US" sz="4058">
                <a:solidFill>
                  <a:srgbClr val="000000"/>
                </a:solidFill>
                <a:latin typeface="Schoolbell"/>
                <a:ea typeface="Schoolbell"/>
                <a:cs typeface="Schoolbell"/>
                <a:sym typeface="Schoolbell"/>
              </a:rPr>
              <a:t>Faster resolution</a:t>
            </a:r>
          </a:p>
          <a:p>
            <a:pPr algn="ctr">
              <a:lnSpc>
                <a:spcPts val="5681"/>
              </a:lnSpc>
              <a:spcBef>
                <a:spcPct val="0"/>
              </a:spcBef>
            </a:pPr>
            <a:r>
              <a:rPr lang="en-US" sz="4058">
                <a:solidFill>
                  <a:srgbClr val="000000"/>
                </a:solidFill>
                <a:latin typeface="Schoolbell"/>
                <a:ea typeface="Schoolbell"/>
                <a:cs typeface="Schoolbell"/>
                <a:sym typeface="Schoolbell"/>
              </a:rPr>
              <a:t>Transparency</a:t>
            </a:r>
          </a:p>
          <a:p>
            <a:pPr algn="ctr">
              <a:lnSpc>
                <a:spcPts val="5681"/>
              </a:lnSpc>
              <a:spcBef>
                <a:spcPct val="0"/>
              </a:spcBef>
            </a:pPr>
            <a:r>
              <a:rPr lang="en-US" sz="4058">
                <a:solidFill>
                  <a:srgbClr val="000000"/>
                </a:solidFill>
                <a:latin typeface="Schoolbell"/>
                <a:ea typeface="Schoolbell"/>
                <a:cs typeface="Schoolbell"/>
                <a:sym typeface="Schoolbell"/>
              </a:rPr>
              <a:t>For Management</a:t>
            </a:r>
          </a:p>
          <a:p>
            <a:pPr algn="ctr">
              <a:lnSpc>
                <a:spcPts val="5681"/>
              </a:lnSpc>
              <a:spcBef>
                <a:spcPct val="0"/>
              </a:spcBef>
            </a:pPr>
            <a:r>
              <a:rPr lang="en-US" sz="4058">
                <a:solidFill>
                  <a:srgbClr val="000000"/>
                </a:solidFill>
                <a:latin typeface="Schoolbell"/>
                <a:ea typeface="Schoolbell"/>
                <a:cs typeface="Schoolbell"/>
                <a:sym typeface="Schoolbell"/>
              </a:rPr>
              <a:t>Centralized records</a:t>
            </a:r>
          </a:p>
          <a:p>
            <a:pPr algn="ctr">
              <a:lnSpc>
                <a:spcPts val="5681"/>
              </a:lnSpc>
              <a:spcBef>
                <a:spcPct val="0"/>
              </a:spcBef>
            </a:pPr>
            <a:r>
              <a:rPr lang="en-US" sz="4058">
                <a:solidFill>
                  <a:srgbClr val="000000"/>
                </a:solidFill>
                <a:latin typeface="Schoolbell"/>
                <a:ea typeface="Schoolbell"/>
                <a:cs typeface="Schoolbell"/>
                <a:sym typeface="Schoolbell"/>
              </a:rPr>
              <a:t>Easy monitoring</a:t>
            </a:r>
          </a:p>
          <a:p>
            <a:pPr algn="ctr">
              <a:lnSpc>
                <a:spcPts val="5681"/>
              </a:lnSpc>
              <a:spcBef>
                <a:spcPct val="0"/>
              </a:spcBef>
            </a:pPr>
            <a:r>
              <a:rPr lang="en-US" sz="4058">
                <a:solidFill>
                  <a:srgbClr val="000000"/>
                </a:solidFill>
                <a:latin typeface="Schoolbell"/>
                <a:ea typeface="Schoolbell"/>
                <a:cs typeface="Schoolbell"/>
                <a:sym typeface="Schoolbell"/>
              </a:rPr>
              <a:t>Better prioritization</a:t>
            </a:r>
          </a:p>
          <a:p>
            <a:pPr algn="ctr">
              <a:lnSpc>
                <a:spcPts val="5681"/>
              </a:lnSpc>
              <a:spcBef>
                <a:spcPct val="0"/>
              </a:spcBef>
            </a:pPr>
            <a:r>
              <a:rPr lang="en-US" sz="4058">
                <a:solidFill>
                  <a:srgbClr val="000000"/>
                </a:solidFill>
                <a:latin typeface="Schoolbell"/>
                <a:ea typeface="Schoolbell"/>
                <a:cs typeface="Schoolbell"/>
                <a:sym typeface="Schoolbell"/>
              </a:rPr>
              <a:t>Smart decisions</a:t>
            </a:r>
          </a:p>
        </p:txBody>
      </p:sp>
      <p:grpSp>
        <p:nvGrpSpPr>
          <p:cNvPr name="Group 21" id="21"/>
          <p:cNvGrpSpPr/>
          <p:nvPr/>
        </p:nvGrpSpPr>
        <p:grpSpPr>
          <a:xfrm rot="0">
            <a:off x="9814981" y="1761951"/>
            <a:ext cx="6795077" cy="3266351"/>
            <a:chOff x="0" y="0"/>
            <a:chExt cx="12954000" cy="6359775"/>
          </a:xfrm>
        </p:grpSpPr>
        <p:sp>
          <p:nvSpPr>
            <p:cNvPr name="Freeform 22" id="22"/>
            <p:cNvSpPr/>
            <p:nvPr/>
          </p:nvSpPr>
          <p:spPr>
            <a:xfrm flipH="false" flipV="false" rot="0">
              <a:off x="0" y="4888"/>
              <a:ext cx="13230411" cy="6354688"/>
            </a:xfrm>
            <a:custGeom>
              <a:avLst/>
              <a:gdLst/>
              <a:ahLst/>
              <a:cxnLst/>
              <a:rect r="r" b="b" t="t" l="l"/>
              <a:pathLst>
                <a:path h="6354688" w="13230411">
                  <a:moveTo>
                    <a:pt x="0" y="0"/>
                  </a:moveTo>
                  <a:lnTo>
                    <a:pt x="0" y="5668888"/>
                  </a:lnTo>
                  <a:cubicBezTo>
                    <a:pt x="226715" y="5668888"/>
                    <a:pt x="339402" y="5812073"/>
                    <a:pt x="469887" y="5977867"/>
                  </a:cubicBezTo>
                  <a:cubicBezTo>
                    <a:pt x="608905" y="6154502"/>
                    <a:pt x="766453" y="6354688"/>
                    <a:pt x="1079487" y="6354688"/>
                  </a:cubicBezTo>
                  <a:cubicBezTo>
                    <a:pt x="1392522" y="6354688"/>
                    <a:pt x="1550057" y="6154489"/>
                    <a:pt x="1689062" y="5977867"/>
                  </a:cubicBezTo>
                  <a:cubicBezTo>
                    <a:pt x="1819534" y="5812073"/>
                    <a:pt x="1932223" y="5668888"/>
                    <a:pt x="2158912" y="5668888"/>
                  </a:cubicBezTo>
                  <a:cubicBezTo>
                    <a:pt x="2385602" y="5668888"/>
                    <a:pt x="2498302" y="5812073"/>
                    <a:pt x="2628787" y="5977867"/>
                  </a:cubicBezTo>
                  <a:cubicBezTo>
                    <a:pt x="2767792" y="6154502"/>
                    <a:pt x="2925352" y="6354688"/>
                    <a:pt x="3238387" y="6354688"/>
                  </a:cubicBezTo>
                  <a:cubicBezTo>
                    <a:pt x="3551422" y="6354688"/>
                    <a:pt x="3708982" y="6154489"/>
                    <a:pt x="3848000" y="5977867"/>
                  </a:cubicBezTo>
                  <a:cubicBezTo>
                    <a:pt x="3978485" y="5812073"/>
                    <a:pt x="4091173" y="5668888"/>
                    <a:pt x="4317874" y="5668888"/>
                  </a:cubicBezTo>
                  <a:cubicBezTo>
                    <a:pt x="4559080" y="5668888"/>
                    <a:pt x="4678982" y="5812073"/>
                    <a:pt x="4817819" y="5977867"/>
                  </a:cubicBezTo>
                  <a:cubicBezTo>
                    <a:pt x="4965723" y="6154502"/>
                    <a:pt x="5133369" y="6354688"/>
                    <a:pt x="5466429" y="6354688"/>
                  </a:cubicBezTo>
                  <a:cubicBezTo>
                    <a:pt x="5799489" y="6354688"/>
                    <a:pt x="5967161" y="6154489"/>
                    <a:pt x="6115078" y="5977867"/>
                  </a:cubicBezTo>
                  <a:cubicBezTo>
                    <a:pt x="6253916" y="5812073"/>
                    <a:pt x="6373818" y="5668888"/>
                    <a:pt x="6615045" y="5668888"/>
                  </a:cubicBezTo>
                  <a:cubicBezTo>
                    <a:pt x="6856272" y="5668888"/>
                    <a:pt x="6976174" y="5812073"/>
                    <a:pt x="7115011" y="5977867"/>
                  </a:cubicBezTo>
                  <a:cubicBezTo>
                    <a:pt x="7262929" y="6154502"/>
                    <a:pt x="7430561" y="6354688"/>
                    <a:pt x="7763635" y="6354688"/>
                  </a:cubicBezTo>
                  <a:cubicBezTo>
                    <a:pt x="8096707" y="6354688"/>
                    <a:pt x="8264367" y="6154489"/>
                    <a:pt x="8412285" y="5977867"/>
                  </a:cubicBezTo>
                  <a:cubicBezTo>
                    <a:pt x="8551121" y="5812073"/>
                    <a:pt x="8671023" y="5668888"/>
                    <a:pt x="8912251" y="5668888"/>
                  </a:cubicBezTo>
                  <a:cubicBezTo>
                    <a:pt x="9138975" y="5668888"/>
                    <a:pt x="9251651" y="5812073"/>
                    <a:pt x="9382135" y="5977867"/>
                  </a:cubicBezTo>
                  <a:cubicBezTo>
                    <a:pt x="9521154" y="6154489"/>
                    <a:pt x="9678712" y="6354688"/>
                    <a:pt x="9991748" y="6354688"/>
                  </a:cubicBezTo>
                  <a:cubicBezTo>
                    <a:pt x="10304784" y="6354688"/>
                    <a:pt x="10462355" y="6154502"/>
                    <a:pt x="10601374" y="5977867"/>
                  </a:cubicBezTo>
                  <a:cubicBezTo>
                    <a:pt x="10731858" y="5812073"/>
                    <a:pt x="10844558" y="5668888"/>
                    <a:pt x="11071274" y="5668888"/>
                  </a:cubicBezTo>
                  <a:cubicBezTo>
                    <a:pt x="11297989" y="5668888"/>
                    <a:pt x="11410701" y="5812073"/>
                    <a:pt x="11541186" y="5977867"/>
                  </a:cubicBezTo>
                  <a:cubicBezTo>
                    <a:pt x="11680204" y="6154489"/>
                    <a:pt x="11837776" y="6354688"/>
                    <a:pt x="12150836" y="6354688"/>
                  </a:cubicBezTo>
                  <a:cubicBezTo>
                    <a:pt x="12463896" y="6354688"/>
                    <a:pt x="12621454" y="6154502"/>
                    <a:pt x="12760485" y="5977867"/>
                  </a:cubicBezTo>
                  <a:cubicBezTo>
                    <a:pt x="12890983" y="5812073"/>
                    <a:pt x="13003683" y="5668888"/>
                    <a:pt x="13230411" y="5668888"/>
                  </a:cubicBezTo>
                  <a:lnTo>
                    <a:pt x="13230411" y="0"/>
                  </a:lnTo>
                  <a:lnTo>
                    <a:pt x="0" y="0"/>
                  </a:lnTo>
                  <a:close/>
                </a:path>
              </a:pathLst>
            </a:custGeom>
            <a:solidFill>
              <a:srgbClr val="ABA5DE"/>
            </a:solidFill>
          </p:spPr>
        </p:sp>
      </p:grpSp>
      <p:grpSp>
        <p:nvGrpSpPr>
          <p:cNvPr name="Group 23" id="23"/>
          <p:cNvGrpSpPr/>
          <p:nvPr/>
        </p:nvGrpSpPr>
        <p:grpSpPr>
          <a:xfrm rot="0">
            <a:off x="9967381" y="3547526"/>
            <a:ext cx="6642677" cy="3266351"/>
            <a:chOff x="0" y="0"/>
            <a:chExt cx="12954000" cy="6359775"/>
          </a:xfrm>
        </p:grpSpPr>
        <p:sp>
          <p:nvSpPr>
            <p:cNvPr name="Freeform 24" id="24"/>
            <p:cNvSpPr/>
            <p:nvPr/>
          </p:nvSpPr>
          <p:spPr>
            <a:xfrm flipH="false" flipV="false" rot="0">
              <a:off x="0" y="4888"/>
              <a:ext cx="12933679" cy="6354688"/>
            </a:xfrm>
            <a:custGeom>
              <a:avLst/>
              <a:gdLst/>
              <a:ahLst/>
              <a:cxnLst/>
              <a:rect r="r" b="b" t="t" l="l"/>
              <a:pathLst>
                <a:path h="6354688" w="12933679">
                  <a:moveTo>
                    <a:pt x="0" y="0"/>
                  </a:moveTo>
                  <a:lnTo>
                    <a:pt x="0" y="5668888"/>
                  </a:lnTo>
                  <a:cubicBezTo>
                    <a:pt x="226715" y="5668888"/>
                    <a:pt x="339402" y="5812073"/>
                    <a:pt x="469887" y="5977867"/>
                  </a:cubicBezTo>
                  <a:cubicBezTo>
                    <a:pt x="608905" y="6154502"/>
                    <a:pt x="766453" y="6354688"/>
                    <a:pt x="1079487" y="6354688"/>
                  </a:cubicBezTo>
                  <a:cubicBezTo>
                    <a:pt x="1392522" y="6354688"/>
                    <a:pt x="1550057" y="6154489"/>
                    <a:pt x="1689062" y="5977867"/>
                  </a:cubicBezTo>
                  <a:cubicBezTo>
                    <a:pt x="1819534" y="5812073"/>
                    <a:pt x="1932223" y="5668888"/>
                    <a:pt x="2158912" y="5668888"/>
                  </a:cubicBezTo>
                  <a:cubicBezTo>
                    <a:pt x="2385602" y="5668888"/>
                    <a:pt x="2498302" y="5812073"/>
                    <a:pt x="2628787" y="5977867"/>
                  </a:cubicBezTo>
                  <a:cubicBezTo>
                    <a:pt x="2767792" y="6154502"/>
                    <a:pt x="2925352" y="6354688"/>
                    <a:pt x="3238387" y="6354688"/>
                  </a:cubicBezTo>
                  <a:cubicBezTo>
                    <a:pt x="3551422" y="6354688"/>
                    <a:pt x="3708982" y="6154489"/>
                    <a:pt x="3848000" y="5977867"/>
                  </a:cubicBezTo>
                  <a:cubicBezTo>
                    <a:pt x="3978485" y="5812073"/>
                    <a:pt x="4091173" y="5668888"/>
                    <a:pt x="4317874" y="5668888"/>
                  </a:cubicBezTo>
                  <a:cubicBezTo>
                    <a:pt x="4543509" y="5668888"/>
                    <a:pt x="4655668" y="5812073"/>
                    <a:pt x="4785538" y="5977867"/>
                  </a:cubicBezTo>
                  <a:cubicBezTo>
                    <a:pt x="4923890" y="6154502"/>
                    <a:pt x="5080708" y="6354688"/>
                    <a:pt x="5392257" y="6354688"/>
                  </a:cubicBezTo>
                  <a:cubicBezTo>
                    <a:pt x="5703806" y="6354688"/>
                    <a:pt x="5860650" y="6154489"/>
                    <a:pt x="5999014" y="5977867"/>
                  </a:cubicBezTo>
                  <a:cubicBezTo>
                    <a:pt x="6128884" y="5812073"/>
                    <a:pt x="6241042" y="5668888"/>
                    <a:pt x="6466689" y="5668888"/>
                  </a:cubicBezTo>
                  <a:cubicBezTo>
                    <a:pt x="6692336" y="5668888"/>
                    <a:pt x="6804495" y="5812073"/>
                    <a:pt x="6934366" y="5977867"/>
                  </a:cubicBezTo>
                  <a:cubicBezTo>
                    <a:pt x="7072730" y="6154502"/>
                    <a:pt x="7229535" y="6354688"/>
                    <a:pt x="7541097" y="6354688"/>
                  </a:cubicBezTo>
                  <a:cubicBezTo>
                    <a:pt x="7852659" y="6354688"/>
                    <a:pt x="8009489" y="6154489"/>
                    <a:pt x="8147854" y="5977867"/>
                  </a:cubicBezTo>
                  <a:cubicBezTo>
                    <a:pt x="8277724" y="5812073"/>
                    <a:pt x="8389882" y="5668888"/>
                    <a:pt x="8615529" y="5668888"/>
                  </a:cubicBezTo>
                  <a:cubicBezTo>
                    <a:pt x="8842242" y="5668888"/>
                    <a:pt x="8954919" y="5812073"/>
                    <a:pt x="9085403" y="5977867"/>
                  </a:cubicBezTo>
                  <a:cubicBezTo>
                    <a:pt x="9224421" y="6154489"/>
                    <a:pt x="9381980" y="6354688"/>
                    <a:pt x="9695016" y="6354688"/>
                  </a:cubicBezTo>
                  <a:cubicBezTo>
                    <a:pt x="10008052" y="6354688"/>
                    <a:pt x="10165623" y="6154502"/>
                    <a:pt x="10304642" y="5977867"/>
                  </a:cubicBezTo>
                  <a:cubicBezTo>
                    <a:pt x="10435126" y="5812073"/>
                    <a:pt x="10547826" y="5668888"/>
                    <a:pt x="10774542" y="5668888"/>
                  </a:cubicBezTo>
                  <a:cubicBezTo>
                    <a:pt x="11001256" y="5668888"/>
                    <a:pt x="11113969" y="5812073"/>
                    <a:pt x="11244454" y="5977867"/>
                  </a:cubicBezTo>
                  <a:cubicBezTo>
                    <a:pt x="11383472" y="6154489"/>
                    <a:pt x="11541044" y="6354688"/>
                    <a:pt x="11854104" y="6354688"/>
                  </a:cubicBezTo>
                  <a:cubicBezTo>
                    <a:pt x="12167164" y="6354688"/>
                    <a:pt x="12324722" y="6154502"/>
                    <a:pt x="12463753" y="5977867"/>
                  </a:cubicBezTo>
                  <a:cubicBezTo>
                    <a:pt x="12594251" y="5812073"/>
                    <a:pt x="12706951" y="5668888"/>
                    <a:pt x="12933679" y="5668888"/>
                  </a:cubicBezTo>
                  <a:lnTo>
                    <a:pt x="12933679" y="0"/>
                  </a:lnTo>
                  <a:lnTo>
                    <a:pt x="0" y="0"/>
                  </a:lnTo>
                  <a:close/>
                </a:path>
              </a:pathLst>
            </a:custGeom>
            <a:solidFill>
              <a:srgbClr val="ABA5DE"/>
            </a:solidFill>
          </p:spPr>
        </p:sp>
      </p:grpSp>
      <p:sp>
        <p:nvSpPr>
          <p:cNvPr name="TextBox 25" id="25"/>
          <p:cNvSpPr txBox="true"/>
          <p:nvPr/>
        </p:nvSpPr>
        <p:spPr>
          <a:xfrm rot="0">
            <a:off x="10972690" y="952500"/>
            <a:ext cx="3650099" cy="687491"/>
          </a:xfrm>
          <a:prstGeom prst="rect">
            <a:avLst/>
          </a:prstGeom>
        </p:spPr>
        <p:txBody>
          <a:bodyPr anchor="t" rtlCol="false" tIns="0" lIns="0" bIns="0" rIns="0">
            <a:spAutoFit/>
          </a:bodyPr>
          <a:lstStyle/>
          <a:p>
            <a:pPr algn="ctr">
              <a:lnSpc>
                <a:spcPts val="5681"/>
              </a:lnSpc>
              <a:spcBef>
                <a:spcPct val="0"/>
              </a:spcBef>
            </a:pPr>
            <a:r>
              <a:rPr lang="en-US" sz="4058">
                <a:solidFill>
                  <a:srgbClr val="000000"/>
                </a:solidFill>
                <a:latin typeface="Schoolbell"/>
                <a:ea typeface="Schoolbell"/>
                <a:cs typeface="Schoolbell"/>
                <a:sym typeface="Schoolbell"/>
              </a:rPr>
              <a:t>🚀 FUTURE SCOPE</a:t>
            </a:r>
          </a:p>
        </p:txBody>
      </p:sp>
      <p:sp>
        <p:nvSpPr>
          <p:cNvPr name="TextBox 26" id="26"/>
          <p:cNvSpPr txBox="true"/>
          <p:nvPr/>
        </p:nvSpPr>
        <p:spPr>
          <a:xfrm rot="0">
            <a:off x="9662581" y="2860518"/>
            <a:ext cx="6795077" cy="4259366"/>
          </a:xfrm>
          <a:prstGeom prst="rect">
            <a:avLst/>
          </a:prstGeom>
        </p:spPr>
        <p:txBody>
          <a:bodyPr anchor="t" rtlCol="false" tIns="0" lIns="0" bIns="0" rIns="0">
            <a:spAutoFit/>
          </a:bodyPr>
          <a:lstStyle/>
          <a:p>
            <a:pPr algn="ctr">
              <a:lnSpc>
                <a:spcPts val="5681"/>
              </a:lnSpc>
              <a:spcBef>
                <a:spcPct val="0"/>
              </a:spcBef>
            </a:pPr>
            <a:r>
              <a:rPr lang="en-US" sz="4058">
                <a:solidFill>
                  <a:srgbClr val="000000"/>
                </a:solidFill>
                <a:latin typeface="Schoolbell"/>
                <a:ea typeface="Schoolbell"/>
                <a:cs typeface="Schoolbell"/>
                <a:sym typeface="Schoolbell"/>
              </a:rPr>
              <a:t>🤖 AI complaint classification</a:t>
            </a:r>
          </a:p>
          <a:p>
            <a:pPr algn="ctr">
              <a:lnSpc>
                <a:spcPts val="5681"/>
              </a:lnSpc>
              <a:spcBef>
                <a:spcPct val="0"/>
              </a:spcBef>
            </a:pPr>
            <a:r>
              <a:rPr lang="en-US" sz="4058">
                <a:solidFill>
                  <a:srgbClr val="000000"/>
                </a:solidFill>
                <a:latin typeface="Schoolbell"/>
                <a:ea typeface="Schoolbell"/>
                <a:cs typeface="Schoolbell"/>
                <a:sym typeface="Schoolbell"/>
              </a:rPr>
              <a:t>🎯 Priority prediction</a:t>
            </a:r>
          </a:p>
          <a:p>
            <a:pPr algn="ctr">
              <a:lnSpc>
                <a:spcPts val="5681"/>
              </a:lnSpc>
              <a:spcBef>
                <a:spcPct val="0"/>
              </a:spcBef>
            </a:pPr>
            <a:r>
              <a:rPr lang="en-US" sz="4058">
                <a:solidFill>
                  <a:srgbClr val="000000"/>
                </a:solidFill>
                <a:latin typeface="Schoolbell"/>
                <a:ea typeface="Schoolbell"/>
                <a:cs typeface="Schoolbell"/>
                <a:sym typeface="Schoolbell"/>
              </a:rPr>
              <a:t>📱 Mobile app</a:t>
            </a:r>
          </a:p>
          <a:p>
            <a:pPr algn="ctr">
              <a:lnSpc>
                <a:spcPts val="5681"/>
              </a:lnSpc>
              <a:spcBef>
                <a:spcPct val="0"/>
              </a:spcBef>
            </a:pPr>
            <a:r>
              <a:rPr lang="en-US" sz="4058">
                <a:solidFill>
                  <a:srgbClr val="000000"/>
                </a:solidFill>
                <a:latin typeface="Schoolbell"/>
                <a:ea typeface="Schoolbell"/>
                <a:cs typeface="Schoolbell"/>
                <a:sym typeface="Schoolbell"/>
              </a:rPr>
              <a:t>💬 AI chatbot</a:t>
            </a:r>
          </a:p>
          <a:p>
            <a:pPr algn="ctr">
              <a:lnSpc>
                <a:spcPts val="5681"/>
              </a:lnSpc>
              <a:spcBef>
                <a:spcPct val="0"/>
              </a:spcBef>
            </a:pPr>
            <a:r>
              <a:rPr lang="en-US" sz="4058">
                <a:solidFill>
                  <a:srgbClr val="000000"/>
                </a:solidFill>
                <a:latin typeface="Schoolbell"/>
                <a:ea typeface="Schoolbell"/>
                <a:cs typeface="Schoolbell"/>
                <a:sym typeface="Schoolbell"/>
              </a:rPr>
              <a:t>📊 Smart analytics</a:t>
            </a:r>
          </a:p>
          <a:p>
            <a:pPr algn="ctr">
              <a:lnSpc>
                <a:spcPts val="5681"/>
              </a:lnSpc>
              <a:spcBef>
                <a:spcPct val="0"/>
              </a:spcBef>
            </a:pPr>
            <a:r>
              <a:rPr lang="en-US" sz="4058">
                <a:solidFill>
                  <a:srgbClr val="000000"/>
                </a:solidFill>
                <a:latin typeface="Schoolbell"/>
                <a:ea typeface="Schoolbell"/>
                <a:cs typeface="Schoolbell"/>
                <a:sym typeface="Schoolbell"/>
              </a:rPr>
              <a:t>🔔 Auto notifications</a:t>
            </a:r>
          </a:p>
        </p:txBody>
      </p:sp>
    </p:spTree>
  </p:cSld>
  <p:clrMapOvr>
    <a:masterClrMapping/>
  </p:clrMapOvr>
</p:sld>
</file>

<file path=ppt/slides/slide7.xml><?xml version="1.0" encoding="utf-8"?>
<p:sld xmlns:p="http://schemas.openxmlformats.org/presentationml/2006/main" xmlns:a="http://schemas.openxmlformats.org/drawingml/2006/main">
  <p:cSld>
    <p:bg>
      <p:bgPr>
        <a:solidFill>
          <a:srgbClr val="ABA5DE"/>
        </a:solidFill>
      </p:bgPr>
    </p:bg>
    <p:spTree>
      <p:nvGrpSpPr>
        <p:cNvPr id="1" name=""/>
        <p:cNvGrpSpPr/>
        <p:nvPr/>
      </p:nvGrpSpPr>
      <p:grpSpPr>
        <a:xfrm>
          <a:off x="0" y="0"/>
          <a:ext cx="0" cy="0"/>
          <a:chOff x="0" y="0"/>
          <a:chExt cx="0" cy="0"/>
        </a:xfrm>
      </p:grpSpPr>
      <p:sp>
        <p:nvSpPr>
          <p:cNvPr name="TextBox 2" id="2"/>
          <p:cNvSpPr txBox="true"/>
          <p:nvPr/>
        </p:nvSpPr>
        <p:spPr>
          <a:xfrm rot="0">
            <a:off x="2429569" y="2683896"/>
            <a:ext cx="13428863" cy="3865172"/>
          </a:xfrm>
          <a:prstGeom prst="rect">
            <a:avLst/>
          </a:prstGeom>
        </p:spPr>
        <p:txBody>
          <a:bodyPr anchor="t" rtlCol="false" tIns="0" lIns="0" bIns="0" rIns="0">
            <a:spAutoFit/>
          </a:bodyPr>
          <a:lstStyle/>
          <a:p>
            <a:pPr algn="ctr">
              <a:lnSpc>
                <a:spcPts val="31410"/>
              </a:lnSpc>
              <a:spcBef>
                <a:spcPct val="0"/>
              </a:spcBef>
            </a:pPr>
            <a:r>
              <a:rPr lang="en-US" sz="22436">
                <a:solidFill>
                  <a:srgbClr val="000000"/>
                </a:solidFill>
                <a:latin typeface="Schoolbell"/>
                <a:ea typeface="Schoolbell"/>
                <a:cs typeface="Schoolbell"/>
                <a:sym typeface="Schoolbell"/>
              </a:rPr>
              <a:t>THANK YOU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DAHU5099k6M</dc:identifier>
  <dcterms:modified xsi:type="dcterms:W3CDTF">2011-08-01T06:04:30Z</dcterms:modified>
  <cp:revision>1</cp:revision>
  <dc:title>HOSTEL COMPLAINT MANAGEMENT SYSTEM</dc:title>
</cp:coreProperties>
</file>